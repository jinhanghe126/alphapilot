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3"/>
  </p:notesMasterIdLst>
  <p:sldIdLst>
    <p:sldId id="256" r:id="rId2"/>
    <p:sldId id="263" r:id="rId3"/>
    <p:sldId id="264" r:id="rId4"/>
    <p:sldId id="265" r:id="rId5"/>
    <p:sldId id="266" r:id="rId6"/>
    <p:sldId id="267" r:id="rId7"/>
    <p:sldId id="268" r:id="rId8"/>
    <p:sldId id="269" r:id="rId9"/>
    <p:sldId id="270" r:id="rId10"/>
    <p:sldId id="271" r:id="rId11"/>
    <p:sldId id="272" r:id="rId12"/>
  </p:sldIdLst>
  <p:sldSz cx="12192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1pPr>
    <a:lvl2pPr marL="0" marR="0" indent="457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2pPr>
    <a:lvl3pPr marL="0" marR="0" indent="914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3pPr>
    <a:lvl4pPr marL="0" marR="0" indent="1371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4pPr>
    <a:lvl5pPr marL="0" marR="0" indent="18288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5pPr>
    <a:lvl6pPr marL="0" marR="0" indent="22860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6pPr>
    <a:lvl7pPr marL="0" marR="0" indent="2743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7pPr>
    <a:lvl8pPr marL="0" marR="0" indent="3200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8pPr>
    <a:lvl9pPr marL="0" marR="0" indent="3657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85E52"/>
    <a:srgbClr val="C34027"/>
    <a:srgbClr val="903627"/>
    <a:srgbClr val="E9BFB4"/>
    <a:srgbClr val="FFB9A9"/>
    <a:srgbClr val="F56F1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DD4EA"/>
          </a:solidFill>
        </a:fill>
      </a:tcStyle>
    </a:wholeTbl>
    <a:band2H>
      <a:tcTxStyle/>
      <a:tcStyle>
        <a:tcBdr/>
        <a:fill>
          <a:solidFill>
            <a:srgbClr val="E8EBF5"/>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0E0E0"/>
          </a:solidFill>
        </a:fill>
      </a:tcStyle>
    </a:wholeTbl>
    <a:band2H>
      <a:tcTxStyle/>
      <a:tcStyle>
        <a:tcBdr/>
        <a:fill>
          <a:solidFill>
            <a:srgbClr val="F0F0F0"/>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4E2CE"/>
          </a:solidFill>
        </a:fill>
      </a:tcStyle>
    </a:wholeTbl>
    <a:band2H>
      <a:tcTxStyle/>
      <a:tcStyle>
        <a:tcBdr/>
        <a:fill>
          <a:solidFill>
            <a:srgbClr val="EBF1E8"/>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aj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rgbClr val="FFFFFF"/>
          </a:solidFill>
        </a:fill>
      </a:tcStyle>
    </a:band2H>
    <a:firstCol>
      <a:tcTxStyle b="on"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in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in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a:tcStyle>
        <a:tcBdr/>
        <a:fill>
          <a:solidFill>
            <a:srgbClr val="E6E6E6"/>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a:tcStyle>
        <a:tcBdr/>
        <a:fill>
          <a:solidFill>
            <a:srgbClr val="FFFFFF"/>
          </a:solidFill>
        </a:fill>
      </a:tcStyle>
    </a:band2H>
    <a:firstCol>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119" autoAdjust="0"/>
    <p:restoredTop sz="94668"/>
  </p:normalViewPr>
  <p:slideViewPr>
    <p:cSldViewPr snapToGrid="0" snapToObjects="1">
      <p:cViewPr varScale="1">
        <p:scale>
          <a:sx n="127" d="100"/>
          <a:sy n="127" d="100"/>
        </p:scale>
        <p:origin x="568"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1" name="Shape 91"/>
          <p:cNvSpPr>
            <a:spLocks noGrp="1" noRot="1" noChangeAspect="1"/>
          </p:cNvSpPr>
          <p:nvPr>
            <p:ph type="sldImg"/>
          </p:nvPr>
        </p:nvSpPr>
        <p:spPr>
          <a:xfrm>
            <a:off x="1143000" y="685800"/>
            <a:ext cx="4572000" cy="3429000"/>
          </a:xfrm>
          <a:prstGeom prst="rect">
            <a:avLst/>
          </a:prstGeom>
        </p:spPr>
        <p:txBody>
          <a:bodyPr/>
          <a:lstStyle/>
          <a:p>
            <a:endParaRPr/>
          </a:p>
        </p:txBody>
      </p:sp>
      <p:sp>
        <p:nvSpPr>
          <p:cNvPr id="92" name="Shape 92"/>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latinLnBrk="0">
      <a:defRPr sz="1200">
        <a:latin typeface="+mj-lt"/>
        <a:ea typeface="+mj-ea"/>
        <a:cs typeface="+mj-cs"/>
        <a:sym typeface="Calibri"/>
      </a:defRPr>
    </a:lvl1pPr>
    <a:lvl2pPr indent="228600" latinLnBrk="0">
      <a:defRPr sz="1200">
        <a:latin typeface="+mj-lt"/>
        <a:ea typeface="+mj-ea"/>
        <a:cs typeface="+mj-cs"/>
        <a:sym typeface="Calibri"/>
      </a:defRPr>
    </a:lvl2pPr>
    <a:lvl3pPr indent="457200" latinLnBrk="0">
      <a:defRPr sz="1200">
        <a:latin typeface="+mj-lt"/>
        <a:ea typeface="+mj-ea"/>
        <a:cs typeface="+mj-cs"/>
        <a:sym typeface="Calibri"/>
      </a:defRPr>
    </a:lvl3pPr>
    <a:lvl4pPr indent="685800" latinLnBrk="0">
      <a:defRPr sz="1200">
        <a:latin typeface="+mj-lt"/>
        <a:ea typeface="+mj-ea"/>
        <a:cs typeface="+mj-cs"/>
        <a:sym typeface="Calibri"/>
      </a:defRPr>
    </a:lvl4pPr>
    <a:lvl5pPr indent="914400" latinLnBrk="0">
      <a:defRPr sz="1200">
        <a:latin typeface="+mj-lt"/>
        <a:ea typeface="+mj-ea"/>
        <a:cs typeface="+mj-cs"/>
        <a:sym typeface="Calibri"/>
      </a:defRPr>
    </a:lvl5pPr>
    <a:lvl6pPr indent="1143000" latinLnBrk="0">
      <a:defRPr sz="1200">
        <a:latin typeface="+mj-lt"/>
        <a:ea typeface="+mj-ea"/>
        <a:cs typeface="+mj-cs"/>
        <a:sym typeface="Calibri"/>
      </a:defRPr>
    </a:lvl6pPr>
    <a:lvl7pPr indent="1371600" latinLnBrk="0">
      <a:defRPr sz="1200">
        <a:latin typeface="+mj-lt"/>
        <a:ea typeface="+mj-ea"/>
        <a:cs typeface="+mj-cs"/>
        <a:sym typeface="Calibri"/>
      </a:defRPr>
    </a:lvl7pPr>
    <a:lvl8pPr indent="1600200" latinLnBrk="0">
      <a:defRPr sz="1200">
        <a:latin typeface="+mj-lt"/>
        <a:ea typeface="+mj-ea"/>
        <a:cs typeface="+mj-cs"/>
        <a:sym typeface="Calibri"/>
      </a:defRPr>
    </a:lvl8pPr>
    <a:lvl9pPr indent="1828800" latinLnBrk="0">
      <a:defRPr sz="1200">
        <a:latin typeface="+mj-lt"/>
        <a:ea typeface="+mj-ea"/>
        <a:cs typeface="+mj-cs"/>
        <a:sym typeface="Calibri"/>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11" name="Title Text"/>
          <p:cNvSpPr txBox="1">
            <a:spLocks noGrp="1"/>
          </p:cNvSpPr>
          <p:nvPr>
            <p:ph type="title"/>
          </p:nvPr>
        </p:nvSpPr>
        <p:spPr>
          <a:xfrm>
            <a:off x="1524000" y="1122362"/>
            <a:ext cx="9144000" cy="2387601"/>
          </a:xfrm>
          <a:prstGeom prst="rect">
            <a:avLst/>
          </a:prstGeom>
        </p:spPr>
        <p:txBody>
          <a:bodyPr anchor="b"/>
          <a:lstStyle>
            <a:lvl1pPr algn="ctr">
              <a:defRPr sz="6000"/>
            </a:lvl1pPr>
          </a:lstStyle>
          <a:p>
            <a:r>
              <a:t>Title Text</a:t>
            </a:r>
          </a:p>
        </p:txBody>
      </p:sp>
      <p:sp>
        <p:nvSpPr>
          <p:cNvPr id="12" name="Body Level One…"/>
          <p:cNvSpPr txBox="1">
            <a:spLocks noGrp="1"/>
          </p:cNvSpPr>
          <p:nvPr>
            <p:ph type="body" sz="quarter" idx="1"/>
          </p:nvPr>
        </p:nvSpPr>
        <p:spPr>
          <a:xfrm>
            <a:off x="1524000" y="3602037"/>
            <a:ext cx="9144000" cy="1655763"/>
          </a:xfrm>
          <a:prstGeom prst="rect">
            <a:avLst/>
          </a:prstGeom>
        </p:spPr>
        <p:txBody>
          <a:bodyPr/>
          <a:lstStyle>
            <a:lvl1pPr marL="0" indent="0" algn="ctr">
              <a:buSzTx/>
              <a:buFontTx/>
              <a:buNone/>
              <a:defRPr sz="2400"/>
            </a:lvl1pPr>
            <a:lvl2pPr marL="0" indent="457200" algn="ctr">
              <a:buSzTx/>
              <a:buFontTx/>
              <a:buNone/>
              <a:defRPr sz="2400"/>
            </a:lvl2pPr>
            <a:lvl3pPr marL="0" indent="914400" algn="ctr">
              <a:buSzTx/>
              <a:buFontTx/>
              <a:buNone/>
              <a:defRPr sz="2400"/>
            </a:lvl3pPr>
            <a:lvl4pPr marL="0" indent="1371600" algn="ctr">
              <a:buSzTx/>
              <a:buFontTx/>
              <a:buNone/>
              <a:defRPr sz="2400"/>
            </a:lvl4pPr>
            <a:lvl5pPr marL="0" indent="1828800" algn="ctr">
              <a:buSzTx/>
              <a:buFontTx/>
              <a:buNone/>
              <a:defRPr sz="2400"/>
            </a:lvl5pPr>
          </a:lstStyle>
          <a:p>
            <a:r>
              <a:t>Body Level One</a:t>
            </a:r>
          </a:p>
          <a:p>
            <a:pPr lvl="1"/>
            <a:r>
              <a:t>Body Level Two</a:t>
            </a:r>
          </a:p>
          <a:p>
            <a:pPr lvl="2"/>
            <a:r>
              <a:t>Body Level Three</a:t>
            </a:r>
          </a:p>
          <a:p>
            <a:pPr lvl="3"/>
            <a:r>
              <a:t>Body Level Four</a:t>
            </a:r>
          </a:p>
          <a:p>
            <a:pPr lvl="4"/>
            <a:r>
              <a:t>Body Level Five</a:t>
            </a:r>
          </a:p>
        </p:txBody>
      </p:sp>
      <p:sp>
        <p:nvSpPr>
          <p:cNvPr id="13"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Title and Content">
    <p:spTree>
      <p:nvGrpSpPr>
        <p:cNvPr id="1" name=""/>
        <p:cNvGrpSpPr/>
        <p:nvPr/>
      </p:nvGrpSpPr>
      <p:grpSpPr>
        <a:xfrm>
          <a:off x="0" y="0"/>
          <a:ext cx="0" cy="0"/>
          <a:chOff x="0" y="0"/>
          <a:chExt cx="0" cy="0"/>
        </a:xfrm>
      </p:grpSpPr>
      <p:sp>
        <p:nvSpPr>
          <p:cNvPr id="20" name="Title Text"/>
          <p:cNvSpPr txBox="1">
            <a:spLocks noGrp="1"/>
          </p:cNvSpPr>
          <p:nvPr>
            <p:ph type="title"/>
          </p:nvPr>
        </p:nvSpPr>
        <p:spPr>
          <a:prstGeom prst="rect">
            <a:avLst/>
          </a:prstGeom>
        </p:spPr>
        <p:txBody>
          <a:bodyPr/>
          <a:lstStyle/>
          <a:p>
            <a:r>
              <a:t>Title Text</a:t>
            </a:r>
          </a:p>
        </p:txBody>
      </p:sp>
      <p:sp>
        <p:nvSpPr>
          <p:cNvPr id="21" name="Body Level One…"/>
          <p:cNvSpPr txBox="1">
            <a:spLocks noGrp="1"/>
          </p:cNvSpPr>
          <p:nvPr>
            <p:ph type="body" idx="1"/>
          </p:nvPr>
        </p:nvSpPr>
        <p:spPr>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22"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Section Header">
    <p:spTree>
      <p:nvGrpSpPr>
        <p:cNvPr id="1" name=""/>
        <p:cNvGrpSpPr/>
        <p:nvPr/>
      </p:nvGrpSpPr>
      <p:grpSpPr>
        <a:xfrm>
          <a:off x="0" y="0"/>
          <a:ext cx="0" cy="0"/>
          <a:chOff x="0" y="0"/>
          <a:chExt cx="0" cy="0"/>
        </a:xfrm>
      </p:grpSpPr>
      <p:sp>
        <p:nvSpPr>
          <p:cNvPr id="29" name="Title Text"/>
          <p:cNvSpPr txBox="1">
            <a:spLocks noGrp="1"/>
          </p:cNvSpPr>
          <p:nvPr>
            <p:ph type="title"/>
          </p:nvPr>
        </p:nvSpPr>
        <p:spPr>
          <a:xfrm>
            <a:off x="831850" y="1709738"/>
            <a:ext cx="10515600" cy="2852737"/>
          </a:xfrm>
          <a:prstGeom prst="rect">
            <a:avLst/>
          </a:prstGeom>
        </p:spPr>
        <p:txBody>
          <a:bodyPr anchor="b"/>
          <a:lstStyle>
            <a:lvl1pPr>
              <a:defRPr sz="6000"/>
            </a:lvl1pPr>
          </a:lstStyle>
          <a:p>
            <a:r>
              <a:t>Title Text</a:t>
            </a:r>
          </a:p>
        </p:txBody>
      </p:sp>
      <p:sp>
        <p:nvSpPr>
          <p:cNvPr id="30" name="Body Level One…"/>
          <p:cNvSpPr txBox="1">
            <a:spLocks noGrp="1"/>
          </p:cNvSpPr>
          <p:nvPr>
            <p:ph type="body" sz="quarter" idx="1"/>
          </p:nvPr>
        </p:nvSpPr>
        <p:spPr>
          <a:xfrm>
            <a:off x="831850" y="4589462"/>
            <a:ext cx="10515600" cy="1500188"/>
          </a:xfrm>
          <a:prstGeom prst="rect">
            <a:avLst/>
          </a:prstGeom>
        </p:spPr>
        <p:txBody>
          <a:bodyPr/>
          <a:lstStyle>
            <a:lvl1pPr marL="0" indent="0">
              <a:buSzTx/>
              <a:buFontTx/>
              <a:buNone/>
              <a:defRPr sz="2400">
                <a:solidFill>
                  <a:srgbClr val="888888"/>
                </a:solidFill>
              </a:defRPr>
            </a:lvl1pPr>
            <a:lvl2pPr marL="0" indent="457200">
              <a:buSzTx/>
              <a:buFontTx/>
              <a:buNone/>
              <a:defRPr sz="2400">
                <a:solidFill>
                  <a:srgbClr val="888888"/>
                </a:solidFill>
              </a:defRPr>
            </a:lvl2pPr>
            <a:lvl3pPr marL="0" indent="914400">
              <a:buSzTx/>
              <a:buFontTx/>
              <a:buNone/>
              <a:defRPr sz="2400">
                <a:solidFill>
                  <a:srgbClr val="888888"/>
                </a:solidFill>
              </a:defRPr>
            </a:lvl3pPr>
            <a:lvl4pPr marL="0" indent="1371600">
              <a:buSzTx/>
              <a:buFontTx/>
              <a:buNone/>
              <a:defRPr sz="2400">
                <a:solidFill>
                  <a:srgbClr val="888888"/>
                </a:solidFill>
              </a:defRPr>
            </a:lvl4pPr>
            <a:lvl5pPr marL="0" indent="1828800">
              <a:buSzTx/>
              <a:buFontTx/>
              <a:buNone/>
              <a:defRPr sz="2400">
                <a:solidFill>
                  <a:srgbClr val="888888"/>
                </a:solidFill>
              </a:defRPr>
            </a:lvl5pPr>
          </a:lstStyle>
          <a:p>
            <a:r>
              <a:t>Body Level One</a:t>
            </a:r>
          </a:p>
          <a:p>
            <a:pPr lvl="1"/>
            <a:r>
              <a:t>Body Level Two</a:t>
            </a:r>
          </a:p>
          <a:p>
            <a:pPr lvl="2"/>
            <a:r>
              <a:t>Body Level Three</a:t>
            </a:r>
          </a:p>
          <a:p>
            <a:pPr lvl="3"/>
            <a:r>
              <a:t>Body Level Four</a:t>
            </a:r>
          </a:p>
          <a:p>
            <a:pPr lvl="4"/>
            <a:r>
              <a:t>Body Level Five</a:t>
            </a:r>
          </a:p>
        </p:txBody>
      </p:sp>
      <p:sp>
        <p:nvSpPr>
          <p:cNvPr id="3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Two Content">
    <p:spTree>
      <p:nvGrpSpPr>
        <p:cNvPr id="1" name=""/>
        <p:cNvGrpSpPr/>
        <p:nvPr/>
      </p:nvGrpSpPr>
      <p:grpSpPr>
        <a:xfrm>
          <a:off x="0" y="0"/>
          <a:ext cx="0" cy="0"/>
          <a:chOff x="0" y="0"/>
          <a:chExt cx="0" cy="0"/>
        </a:xfrm>
      </p:grpSpPr>
      <p:sp>
        <p:nvSpPr>
          <p:cNvPr id="38" name="Title Text"/>
          <p:cNvSpPr txBox="1">
            <a:spLocks noGrp="1"/>
          </p:cNvSpPr>
          <p:nvPr>
            <p:ph type="title"/>
          </p:nvPr>
        </p:nvSpPr>
        <p:spPr>
          <a:prstGeom prst="rect">
            <a:avLst/>
          </a:prstGeom>
        </p:spPr>
        <p:txBody>
          <a:bodyPr/>
          <a:lstStyle/>
          <a:p>
            <a:r>
              <a:t>Title Text</a:t>
            </a:r>
          </a:p>
        </p:txBody>
      </p:sp>
      <p:sp>
        <p:nvSpPr>
          <p:cNvPr id="39" name="Body Level One…"/>
          <p:cNvSpPr txBox="1">
            <a:spLocks noGrp="1"/>
          </p:cNvSpPr>
          <p:nvPr>
            <p:ph type="body" sz="half" idx="1"/>
          </p:nvPr>
        </p:nvSpPr>
        <p:spPr>
          <a:xfrm>
            <a:off x="838200" y="1825625"/>
            <a:ext cx="5181600" cy="4351338"/>
          </a:xfrm>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40"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Comparison">
    <p:spTree>
      <p:nvGrpSpPr>
        <p:cNvPr id="1" name=""/>
        <p:cNvGrpSpPr/>
        <p:nvPr/>
      </p:nvGrpSpPr>
      <p:grpSpPr>
        <a:xfrm>
          <a:off x="0" y="0"/>
          <a:ext cx="0" cy="0"/>
          <a:chOff x="0" y="0"/>
          <a:chExt cx="0" cy="0"/>
        </a:xfrm>
      </p:grpSpPr>
      <p:sp>
        <p:nvSpPr>
          <p:cNvPr id="47" name="Title Text"/>
          <p:cNvSpPr txBox="1">
            <a:spLocks noGrp="1"/>
          </p:cNvSpPr>
          <p:nvPr>
            <p:ph type="title"/>
          </p:nvPr>
        </p:nvSpPr>
        <p:spPr>
          <a:xfrm>
            <a:off x="839787" y="365125"/>
            <a:ext cx="10515601" cy="1325563"/>
          </a:xfrm>
          <a:prstGeom prst="rect">
            <a:avLst/>
          </a:prstGeom>
        </p:spPr>
        <p:txBody>
          <a:bodyPr/>
          <a:lstStyle/>
          <a:p>
            <a:r>
              <a:t>Title Text</a:t>
            </a:r>
          </a:p>
        </p:txBody>
      </p:sp>
      <p:sp>
        <p:nvSpPr>
          <p:cNvPr id="48" name="Body Level One…"/>
          <p:cNvSpPr txBox="1">
            <a:spLocks noGrp="1"/>
          </p:cNvSpPr>
          <p:nvPr>
            <p:ph type="body" sz="quarter" idx="1"/>
          </p:nvPr>
        </p:nvSpPr>
        <p:spPr>
          <a:xfrm>
            <a:off x="839787" y="1681163"/>
            <a:ext cx="5157789" cy="823913"/>
          </a:xfrm>
          <a:prstGeom prst="rect">
            <a:avLst/>
          </a:prstGeom>
        </p:spPr>
        <p:txBody>
          <a:bodyPr anchor="b"/>
          <a:lstStyle>
            <a:lvl1pPr marL="0" indent="0">
              <a:buSzTx/>
              <a:buFontTx/>
              <a:buNone/>
              <a:defRPr sz="2400" b="1">
                <a:latin typeface="+mn-lt"/>
                <a:ea typeface="+mn-ea"/>
                <a:cs typeface="+mn-cs"/>
                <a:sym typeface="Helvetica"/>
              </a:defRPr>
            </a:lvl1pPr>
            <a:lvl2pPr marL="0" indent="457200">
              <a:buSzTx/>
              <a:buFontTx/>
              <a:buNone/>
              <a:defRPr sz="2400" b="1">
                <a:latin typeface="+mn-lt"/>
                <a:ea typeface="+mn-ea"/>
                <a:cs typeface="+mn-cs"/>
                <a:sym typeface="Helvetica"/>
              </a:defRPr>
            </a:lvl2pPr>
            <a:lvl3pPr marL="0" indent="914400">
              <a:buSzTx/>
              <a:buFontTx/>
              <a:buNone/>
              <a:defRPr sz="2400" b="1">
                <a:latin typeface="+mn-lt"/>
                <a:ea typeface="+mn-ea"/>
                <a:cs typeface="+mn-cs"/>
                <a:sym typeface="Helvetica"/>
              </a:defRPr>
            </a:lvl3pPr>
            <a:lvl4pPr marL="0" indent="1371600">
              <a:buSzTx/>
              <a:buFontTx/>
              <a:buNone/>
              <a:defRPr sz="2400" b="1">
                <a:latin typeface="+mn-lt"/>
                <a:ea typeface="+mn-ea"/>
                <a:cs typeface="+mn-cs"/>
                <a:sym typeface="Helvetica"/>
              </a:defRPr>
            </a:lvl4pPr>
            <a:lvl5pPr marL="0" indent="1828800">
              <a:buSzTx/>
              <a:buFontTx/>
              <a:buNone/>
              <a:defRPr sz="2400" b="1">
                <a:latin typeface="+mn-lt"/>
                <a:ea typeface="+mn-ea"/>
                <a:cs typeface="+mn-cs"/>
                <a:sym typeface="Helvetica"/>
              </a:defRPr>
            </a:lvl5pPr>
          </a:lstStyle>
          <a:p>
            <a:r>
              <a:t>Body Level One</a:t>
            </a:r>
          </a:p>
          <a:p>
            <a:pPr lvl="1"/>
            <a:r>
              <a:t>Body Level Two</a:t>
            </a:r>
          </a:p>
          <a:p>
            <a:pPr lvl="2"/>
            <a:r>
              <a:t>Body Level Three</a:t>
            </a:r>
          </a:p>
          <a:p>
            <a:pPr lvl="3"/>
            <a:r>
              <a:t>Body Level Four</a:t>
            </a:r>
          </a:p>
          <a:p>
            <a:pPr lvl="4"/>
            <a:r>
              <a:t>Body Level Five</a:t>
            </a:r>
          </a:p>
        </p:txBody>
      </p:sp>
      <p:sp>
        <p:nvSpPr>
          <p:cNvPr id="49" name="Text Placeholder 4"/>
          <p:cNvSpPr>
            <a:spLocks noGrp="1"/>
          </p:cNvSpPr>
          <p:nvPr>
            <p:ph type="body" sz="quarter" idx="13"/>
          </p:nvPr>
        </p:nvSpPr>
        <p:spPr>
          <a:xfrm>
            <a:off x="6172200" y="1681163"/>
            <a:ext cx="5183188" cy="823913"/>
          </a:xfrm>
          <a:prstGeom prst="rect">
            <a:avLst/>
          </a:prstGeom>
        </p:spPr>
        <p:txBody>
          <a:bodyPr anchor="b"/>
          <a:lstStyle/>
          <a:p>
            <a:pPr marL="0" indent="0">
              <a:buSzTx/>
              <a:buFontTx/>
              <a:buNone/>
              <a:defRPr sz="2400" b="1">
                <a:latin typeface="+mn-lt"/>
                <a:ea typeface="+mn-ea"/>
                <a:cs typeface="+mn-cs"/>
                <a:sym typeface="Helvetica"/>
              </a:defRPr>
            </a:pPr>
            <a:endParaRPr/>
          </a:p>
        </p:txBody>
      </p:sp>
      <p:sp>
        <p:nvSpPr>
          <p:cNvPr id="50"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Title Only">
    <p:spTree>
      <p:nvGrpSpPr>
        <p:cNvPr id="1" name=""/>
        <p:cNvGrpSpPr/>
        <p:nvPr/>
      </p:nvGrpSpPr>
      <p:grpSpPr>
        <a:xfrm>
          <a:off x="0" y="0"/>
          <a:ext cx="0" cy="0"/>
          <a:chOff x="0" y="0"/>
          <a:chExt cx="0" cy="0"/>
        </a:xfrm>
      </p:grpSpPr>
      <p:sp>
        <p:nvSpPr>
          <p:cNvPr id="57" name="Title Text"/>
          <p:cNvSpPr txBox="1">
            <a:spLocks noGrp="1"/>
          </p:cNvSpPr>
          <p:nvPr>
            <p:ph type="title"/>
          </p:nvPr>
        </p:nvSpPr>
        <p:spPr>
          <a:prstGeom prst="rect">
            <a:avLst/>
          </a:prstGeom>
        </p:spPr>
        <p:txBody>
          <a:bodyPr/>
          <a:lstStyle/>
          <a:p>
            <a:r>
              <a:t>Title Text</a:t>
            </a:r>
          </a:p>
        </p:txBody>
      </p:sp>
      <p:sp>
        <p:nvSpPr>
          <p:cNvPr id="5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Blank">
    <p:spTree>
      <p:nvGrpSpPr>
        <p:cNvPr id="1" name=""/>
        <p:cNvGrpSpPr/>
        <p:nvPr/>
      </p:nvGrpSpPr>
      <p:grpSpPr>
        <a:xfrm>
          <a:off x="0" y="0"/>
          <a:ext cx="0" cy="0"/>
          <a:chOff x="0" y="0"/>
          <a:chExt cx="0" cy="0"/>
        </a:xfrm>
      </p:grpSpPr>
      <p:sp>
        <p:nvSpPr>
          <p:cNvPr id="6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Content with Caption">
    <p:spTree>
      <p:nvGrpSpPr>
        <p:cNvPr id="1" name=""/>
        <p:cNvGrpSpPr/>
        <p:nvPr/>
      </p:nvGrpSpPr>
      <p:grpSpPr>
        <a:xfrm>
          <a:off x="0" y="0"/>
          <a:ext cx="0" cy="0"/>
          <a:chOff x="0" y="0"/>
          <a:chExt cx="0" cy="0"/>
        </a:xfrm>
      </p:grpSpPr>
      <p:sp>
        <p:nvSpPr>
          <p:cNvPr id="72" name="Title Text"/>
          <p:cNvSpPr txBox="1">
            <a:spLocks noGrp="1"/>
          </p:cNvSpPr>
          <p:nvPr>
            <p:ph type="title"/>
          </p:nvPr>
        </p:nvSpPr>
        <p:spPr>
          <a:xfrm>
            <a:off x="839787" y="457200"/>
            <a:ext cx="3932239" cy="1600200"/>
          </a:xfrm>
          <a:prstGeom prst="rect">
            <a:avLst/>
          </a:prstGeom>
        </p:spPr>
        <p:txBody>
          <a:bodyPr anchor="b"/>
          <a:lstStyle>
            <a:lvl1pPr>
              <a:defRPr sz="3200"/>
            </a:lvl1pPr>
          </a:lstStyle>
          <a:p>
            <a:r>
              <a:t>Title Text</a:t>
            </a:r>
          </a:p>
        </p:txBody>
      </p:sp>
      <p:sp>
        <p:nvSpPr>
          <p:cNvPr id="73" name="Body Level One…"/>
          <p:cNvSpPr txBox="1">
            <a:spLocks noGrp="1"/>
          </p:cNvSpPr>
          <p:nvPr>
            <p:ph type="body" sz="half" idx="1"/>
          </p:nvPr>
        </p:nvSpPr>
        <p:spPr>
          <a:xfrm>
            <a:off x="5183187" y="987425"/>
            <a:ext cx="6172201" cy="4873625"/>
          </a:xfrm>
          <a:prstGeom prst="rect">
            <a:avLst/>
          </a:prstGeom>
        </p:spPr>
        <p:txBody>
          <a:bodyPr/>
          <a:lstStyle>
            <a:lvl1pPr>
              <a:defRPr sz="3200"/>
            </a:lvl1pPr>
            <a:lvl2pPr marL="718457" indent="-261257">
              <a:defRPr sz="3200"/>
            </a:lvl2pPr>
            <a:lvl3pPr marL="1219200" indent="-304800">
              <a:defRPr sz="3200"/>
            </a:lvl3pPr>
            <a:lvl4pPr marL="1737360" indent="-365760">
              <a:defRPr sz="3200"/>
            </a:lvl4pPr>
            <a:lvl5pPr marL="2194560" indent="-365760">
              <a:defRPr sz="3200"/>
            </a:lvl5pPr>
          </a:lstStyle>
          <a:p>
            <a:r>
              <a:t>Body Level One</a:t>
            </a:r>
          </a:p>
          <a:p>
            <a:pPr lvl="1"/>
            <a:r>
              <a:t>Body Level Two</a:t>
            </a:r>
          </a:p>
          <a:p>
            <a:pPr lvl="2"/>
            <a:r>
              <a:t>Body Level Three</a:t>
            </a:r>
          </a:p>
          <a:p>
            <a:pPr lvl="3"/>
            <a:r>
              <a:t>Body Level Four</a:t>
            </a:r>
          </a:p>
          <a:p>
            <a:pPr lvl="4"/>
            <a:r>
              <a:t>Body Level Five</a:t>
            </a:r>
          </a:p>
        </p:txBody>
      </p:sp>
      <p:sp>
        <p:nvSpPr>
          <p:cNvPr id="74" name="Text Placeholder 3"/>
          <p:cNvSpPr>
            <a:spLocks noGrp="1"/>
          </p:cNvSpPr>
          <p:nvPr>
            <p:ph type="body" sz="quarter" idx="13"/>
          </p:nvPr>
        </p:nvSpPr>
        <p:spPr>
          <a:xfrm>
            <a:off x="839787" y="2057400"/>
            <a:ext cx="3932239" cy="3811588"/>
          </a:xfrm>
          <a:prstGeom prst="rect">
            <a:avLst/>
          </a:prstGeom>
        </p:spPr>
        <p:txBody>
          <a:bodyPr/>
          <a:lstStyle/>
          <a:p>
            <a:pPr marL="0" indent="0">
              <a:buSzTx/>
              <a:buFontTx/>
              <a:buNone/>
              <a:defRPr sz="1600"/>
            </a:pPr>
            <a:endParaRPr/>
          </a:p>
        </p:txBody>
      </p:sp>
      <p:sp>
        <p:nvSpPr>
          <p:cNvPr id="7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Picture with Caption">
    <p:spTree>
      <p:nvGrpSpPr>
        <p:cNvPr id="1" name=""/>
        <p:cNvGrpSpPr/>
        <p:nvPr/>
      </p:nvGrpSpPr>
      <p:grpSpPr>
        <a:xfrm>
          <a:off x="0" y="0"/>
          <a:ext cx="0" cy="0"/>
          <a:chOff x="0" y="0"/>
          <a:chExt cx="0" cy="0"/>
        </a:xfrm>
      </p:grpSpPr>
      <p:sp>
        <p:nvSpPr>
          <p:cNvPr id="82" name="Title Text"/>
          <p:cNvSpPr txBox="1">
            <a:spLocks noGrp="1"/>
          </p:cNvSpPr>
          <p:nvPr>
            <p:ph type="title"/>
          </p:nvPr>
        </p:nvSpPr>
        <p:spPr>
          <a:xfrm>
            <a:off x="839787" y="457200"/>
            <a:ext cx="3932239" cy="1600200"/>
          </a:xfrm>
          <a:prstGeom prst="rect">
            <a:avLst/>
          </a:prstGeom>
        </p:spPr>
        <p:txBody>
          <a:bodyPr anchor="b"/>
          <a:lstStyle>
            <a:lvl1pPr>
              <a:defRPr sz="3200"/>
            </a:lvl1pPr>
          </a:lstStyle>
          <a:p>
            <a:r>
              <a:t>Title Text</a:t>
            </a:r>
          </a:p>
        </p:txBody>
      </p:sp>
      <p:sp>
        <p:nvSpPr>
          <p:cNvPr id="83" name="Picture Placeholder 2"/>
          <p:cNvSpPr>
            <a:spLocks noGrp="1"/>
          </p:cNvSpPr>
          <p:nvPr>
            <p:ph type="pic" sz="half" idx="13"/>
          </p:nvPr>
        </p:nvSpPr>
        <p:spPr>
          <a:xfrm>
            <a:off x="5183187" y="987425"/>
            <a:ext cx="6172201" cy="4873625"/>
          </a:xfrm>
          <a:prstGeom prst="rect">
            <a:avLst/>
          </a:prstGeom>
        </p:spPr>
        <p:txBody>
          <a:bodyPr lIns="91439" rIns="91439">
            <a:noAutofit/>
          </a:bodyPr>
          <a:lstStyle/>
          <a:p>
            <a:endParaRPr/>
          </a:p>
        </p:txBody>
      </p:sp>
      <p:sp>
        <p:nvSpPr>
          <p:cNvPr id="84" name="Body Level One…"/>
          <p:cNvSpPr txBox="1">
            <a:spLocks noGrp="1"/>
          </p:cNvSpPr>
          <p:nvPr>
            <p:ph type="body" sz="quarter" idx="1"/>
          </p:nvPr>
        </p:nvSpPr>
        <p:spPr>
          <a:xfrm>
            <a:off x="839787" y="2057400"/>
            <a:ext cx="3932239" cy="3811588"/>
          </a:xfrm>
          <a:prstGeom prst="rect">
            <a:avLst/>
          </a:prstGeom>
        </p:spPr>
        <p:txBody>
          <a:bodyPr/>
          <a:lstStyle>
            <a:lvl1pPr marL="0" indent="0">
              <a:buSzTx/>
              <a:buFontTx/>
              <a:buNone/>
              <a:defRPr sz="1600"/>
            </a:lvl1pPr>
            <a:lvl2pPr marL="0" indent="457200">
              <a:buSzTx/>
              <a:buFontTx/>
              <a:buNone/>
              <a:defRPr sz="1600"/>
            </a:lvl2pPr>
            <a:lvl3pPr marL="0" indent="914400">
              <a:buSzTx/>
              <a:buFontTx/>
              <a:buNone/>
              <a:defRPr sz="1600"/>
            </a:lvl3pPr>
            <a:lvl4pPr marL="0" indent="1371600">
              <a:buSzTx/>
              <a:buFontTx/>
              <a:buNone/>
              <a:defRPr sz="1600"/>
            </a:lvl4pPr>
            <a:lvl5pPr marL="0" indent="1828800">
              <a:buSzTx/>
              <a:buFontTx/>
              <a:buNone/>
              <a:defRPr sz="1600"/>
            </a:lvl5pPr>
          </a:lstStyle>
          <a:p>
            <a:r>
              <a:t>Body Level One</a:t>
            </a:r>
          </a:p>
          <a:p>
            <a:pPr lvl="1"/>
            <a:r>
              <a:t>Body Level Two</a:t>
            </a:r>
          </a:p>
          <a:p>
            <a:pPr lvl="2"/>
            <a:r>
              <a:t>Body Level Three</a:t>
            </a:r>
          </a:p>
          <a:p>
            <a:pPr lvl="3"/>
            <a:r>
              <a:t>Body Level Four</a:t>
            </a:r>
          </a:p>
          <a:p>
            <a:pPr lvl="4"/>
            <a:r>
              <a:t>Body Level Five</a:t>
            </a:r>
          </a:p>
        </p:txBody>
      </p:sp>
      <p:sp>
        <p:nvSpPr>
          <p:cNvPr id="8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Text"/>
          <p:cNvSpPr txBox="1">
            <a:spLocks noGrp="1"/>
          </p:cNvSpPr>
          <p:nvPr>
            <p:ph type="title"/>
          </p:nvPr>
        </p:nvSpPr>
        <p:spPr>
          <a:xfrm>
            <a:off x="838200" y="365125"/>
            <a:ext cx="10515600" cy="132556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normAutofit/>
          </a:bodyPr>
          <a:lstStyle/>
          <a:p>
            <a:r>
              <a:t>Title Text</a:t>
            </a:r>
          </a:p>
        </p:txBody>
      </p:sp>
      <p:sp>
        <p:nvSpPr>
          <p:cNvPr id="3" name="Body Level One…"/>
          <p:cNvSpPr txBox="1">
            <a:spLocks noGrp="1"/>
          </p:cNvSpPr>
          <p:nvPr>
            <p:ph type="body" idx="1"/>
          </p:nvPr>
        </p:nvSpPr>
        <p:spPr>
          <a:xfrm>
            <a:off x="838200" y="1825625"/>
            <a:ext cx="10515600" cy="435133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ormAutofit/>
          </a:bodyPr>
          <a:lstStyle/>
          <a:p>
            <a:r>
              <a:t>Body Level One</a:t>
            </a:r>
          </a:p>
          <a:p>
            <a:pPr lvl="1"/>
            <a:r>
              <a:t>Body Level Two</a:t>
            </a:r>
          </a:p>
          <a:p>
            <a:pPr lvl="2"/>
            <a:r>
              <a:t>Body Level Three</a:t>
            </a:r>
          </a:p>
          <a:p>
            <a:pPr lvl="3"/>
            <a:r>
              <a:t>Body Level Four</a:t>
            </a:r>
          </a:p>
          <a:p>
            <a:pPr lvl="4"/>
            <a:r>
              <a:t>Body Level Five</a:t>
            </a:r>
          </a:p>
        </p:txBody>
      </p:sp>
      <p:sp>
        <p:nvSpPr>
          <p:cNvPr id="4" name="Slide Number"/>
          <p:cNvSpPr txBox="1">
            <a:spLocks noGrp="1"/>
          </p:cNvSpPr>
          <p:nvPr>
            <p:ph type="sldNum" sz="quarter" idx="2"/>
          </p:nvPr>
        </p:nvSpPr>
        <p:spPr>
          <a:xfrm>
            <a:off x="11095176" y="6414760"/>
            <a:ext cx="258624" cy="248305"/>
          </a:xfrm>
          <a:prstGeom prst="rect">
            <a:avLst/>
          </a:prstGeom>
          <a:ln w="12700">
            <a:miter lim="400000"/>
          </a:ln>
        </p:spPr>
        <p:txBody>
          <a:bodyPr wrap="none" lIns="45719" rIns="45719" anchor="ctr">
            <a:spAutoFit/>
          </a:bodyPr>
          <a:lstStyle>
            <a:lvl1pPr algn="r">
              <a:defRPr sz="1200">
                <a:solidFill>
                  <a:srgbClr val="888888"/>
                </a:solidFill>
              </a:defRPr>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transition spd="med"/>
  <p:txStyles>
    <p:titleStyle>
      <a:lvl1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1pPr>
      <a:lvl2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2pPr>
      <a:lvl3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3pPr>
      <a:lvl4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4pPr>
      <a:lvl5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5pPr>
      <a:lvl6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6pPr>
      <a:lvl7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7pPr>
      <a:lvl8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8pPr>
      <a:lvl9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9pPr>
    </p:titleStyle>
    <p:bodyStyle>
      <a:lvl1pPr marL="228600" marR="0" indent="-228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Calibri"/>
        </a:defRPr>
      </a:lvl1pPr>
      <a:lvl2pPr marL="723900" marR="0" indent="-2667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Calibri"/>
        </a:defRPr>
      </a:lvl2pPr>
      <a:lvl3pPr marL="1234439" marR="0" indent="-320039"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Calibri"/>
        </a:defRPr>
      </a:lvl3pPr>
      <a:lvl4pPr marL="1727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Calibri"/>
        </a:defRPr>
      </a:lvl4pPr>
      <a:lvl5pPr marL="21844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Calibri"/>
        </a:defRPr>
      </a:lvl5pPr>
      <a:lvl6pPr marL="26416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Calibri"/>
        </a:defRPr>
      </a:lvl6pPr>
      <a:lvl7pPr marL="30988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Calibri"/>
        </a:defRPr>
      </a:lvl7pPr>
      <a:lvl8pPr marL="35560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Calibri"/>
        </a:defRPr>
      </a:lvl8pPr>
      <a:lvl9pPr marL="4013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Calibri"/>
        </a:defRPr>
      </a:lvl9pPr>
    </p:bodyStyle>
    <p:otherStyle>
      <a:lvl1pPr marL="0" marR="0" indent="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1pPr>
      <a:lvl2pPr marL="0" marR="0" indent="4572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2pPr>
      <a:lvl3pPr marL="0" marR="0" indent="9144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3pPr>
      <a:lvl4pPr marL="0" marR="0" indent="13716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4pPr>
      <a:lvl5pPr marL="0" marR="0" indent="18288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5pPr>
      <a:lvl6pPr marL="0" marR="0" indent="22860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6pPr>
      <a:lvl7pPr marL="0" marR="0" indent="27432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7pPr>
      <a:lvl8pPr marL="0" marR="0" indent="32004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8pPr>
      <a:lvl9pPr marL="0" marR="0" indent="36576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8ECE578-0A0E-294D-ABB1-316BD154CCB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832" y="0"/>
            <a:ext cx="12192000" cy="6857999"/>
          </a:xfrm>
          <a:prstGeom prst="rect">
            <a:avLst/>
          </a:prstGeom>
        </p:spPr>
      </p:pic>
      <p:sp>
        <p:nvSpPr>
          <p:cNvPr id="95" name="Title 1"/>
          <p:cNvSpPr txBox="1">
            <a:spLocks noGrp="1"/>
          </p:cNvSpPr>
          <p:nvPr>
            <p:ph type="title"/>
          </p:nvPr>
        </p:nvSpPr>
        <p:spPr>
          <a:xfrm>
            <a:off x="152399" y="113376"/>
            <a:ext cx="11572878" cy="1549017"/>
          </a:xfrm>
          <a:prstGeom prst="rect">
            <a:avLst/>
          </a:prstGeom>
        </p:spPr>
        <p:txBody>
          <a:bodyPr/>
          <a:lstStyle/>
          <a:p>
            <a:pPr>
              <a:defRPr sz="4200">
                <a:solidFill>
                  <a:schemeClr val="accent1"/>
                </a:solidFill>
                <a:latin typeface="游ゴシック体 ミディアム"/>
                <a:ea typeface="游ゴシック体 ミディアム"/>
                <a:cs typeface="游ゴシック体 ミディアム"/>
                <a:sym typeface="游ゴシック体 ミディアム"/>
              </a:defRPr>
            </a:pPr>
            <a:r>
              <a:rPr b="1" dirty="0">
                <a:solidFill>
                  <a:schemeClr val="bg1"/>
                </a:solidFill>
                <a:latin typeface="Yu Gothic" panose="020B0400000000000000" pitchFamily="34" charset="-128"/>
                <a:ea typeface="Yu Gothic" panose="020B0400000000000000" pitchFamily="34" charset="-128"/>
              </a:rPr>
              <a:t>中銀香港創新先驅大賽20</a:t>
            </a:r>
            <a:r>
              <a:rPr lang="en-US" altLang="zh-CN" b="1" dirty="0">
                <a:solidFill>
                  <a:schemeClr val="bg1"/>
                </a:solidFill>
                <a:latin typeface="Yu Gothic" panose="020B0400000000000000" pitchFamily="34" charset="-128"/>
                <a:ea typeface="Yu Gothic" panose="020B0400000000000000" pitchFamily="34" charset="-128"/>
              </a:rPr>
              <a:t>26</a:t>
            </a:r>
            <a:r>
              <a:rPr b="1" dirty="0">
                <a:solidFill>
                  <a:schemeClr val="bg1"/>
                </a:solidFill>
                <a:latin typeface="Yu Gothic" panose="020B0400000000000000" pitchFamily="34" charset="-128"/>
                <a:ea typeface="Yu Gothic" panose="020B0400000000000000" pitchFamily="34" charset="-128"/>
              </a:rPr>
              <a:t>計劃書</a:t>
            </a:r>
            <a:br>
              <a:rPr b="1" dirty="0">
                <a:solidFill>
                  <a:schemeClr val="bg1"/>
                </a:solidFill>
                <a:latin typeface="Yu Gothic" panose="020B0400000000000000" pitchFamily="34" charset="-128"/>
                <a:ea typeface="Yu Gothic" panose="020B0400000000000000" pitchFamily="34" charset="-128"/>
              </a:rPr>
            </a:br>
            <a:r>
              <a:rPr b="1" dirty="0">
                <a:solidFill>
                  <a:schemeClr val="bg1"/>
                </a:solidFill>
                <a:latin typeface="Yu Gothic" panose="020B0400000000000000" pitchFamily="34" charset="-128"/>
                <a:ea typeface="Yu Gothic" panose="020B0400000000000000" pitchFamily="34" charset="-128"/>
              </a:rPr>
              <a:t>BOCHK Challenge 202</a:t>
            </a:r>
            <a:r>
              <a:rPr lang="en-US" altLang="zh-TW" b="1" dirty="0">
                <a:solidFill>
                  <a:schemeClr val="bg1"/>
                </a:solidFill>
                <a:latin typeface="Yu Gothic" panose="020B0400000000000000" pitchFamily="34" charset="-128"/>
                <a:ea typeface="Yu Gothic" panose="020B0400000000000000" pitchFamily="34" charset="-128"/>
              </a:rPr>
              <a:t>6</a:t>
            </a:r>
            <a:r>
              <a:rPr lang="en-US" altLang="zh-CN" b="1" dirty="0">
                <a:solidFill>
                  <a:schemeClr val="bg1"/>
                </a:solidFill>
                <a:latin typeface="Yu Gothic" panose="020B0400000000000000" pitchFamily="34" charset="-128"/>
                <a:ea typeface="Yu Gothic" panose="020B0400000000000000" pitchFamily="34" charset="-128"/>
              </a:rPr>
              <a:t> </a:t>
            </a:r>
            <a:r>
              <a:rPr b="1" dirty="0">
                <a:solidFill>
                  <a:schemeClr val="bg1"/>
                </a:solidFill>
                <a:latin typeface="Yu Gothic" panose="020B0400000000000000" pitchFamily="34" charset="-128"/>
                <a:ea typeface="Yu Gothic" panose="020B0400000000000000" pitchFamily="34" charset="-128"/>
              </a:rPr>
              <a:t>Proposal</a:t>
            </a:r>
          </a:p>
        </p:txBody>
      </p:sp>
      <p:sp>
        <p:nvSpPr>
          <p:cNvPr id="96" name="Subtitle 2"/>
          <p:cNvSpPr txBox="1"/>
          <p:nvPr/>
        </p:nvSpPr>
        <p:spPr>
          <a:xfrm>
            <a:off x="152399" y="1606577"/>
            <a:ext cx="2251711" cy="100488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ormAutofit/>
          </a:bodyPr>
          <a:lstStyle/>
          <a:p>
            <a:pPr>
              <a:lnSpc>
                <a:spcPct val="90000"/>
              </a:lnSpc>
              <a:spcBef>
                <a:spcPts val="1000"/>
              </a:spcBef>
              <a:defRPr>
                <a:solidFill>
                  <a:schemeClr val="accent1"/>
                </a:solidFill>
                <a:latin typeface="游ゴシック体 ボールド"/>
                <a:ea typeface="游ゴシック体 ボールド"/>
                <a:cs typeface="游ゴシック体 ボールド"/>
                <a:sym typeface="游ゴシック体 ボールド"/>
              </a:defRPr>
            </a:pPr>
            <a:r>
              <a:rPr sz="2000" b="1" dirty="0" err="1">
                <a:solidFill>
                  <a:schemeClr val="bg1"/>
                </a:solidFill>
                <a:latin typeface="Yu Gothic" panose="020B0400000000000000" pitchFamily="34" charset="-128"/>
                <a:ea typeface="Yu Gothic" panose="020B0400000000000000" pitchFamily="34" charset="-128"/>
              </a:rPr>
              <a:t>隊伍名稱</a:t>
            </a:r>
            <a:r>
              <a:rPr sz="2000" b="1" dirty="0">
                <a:solidFill>
                  <a:schemeClr val="bg1"/>
                </a:solidFill>
                <a:latin typeface="Yu Gothic" panose="020B0400000000000000" pitchFamily="34" charset="-128"/>
                <a:ea typeface="Yu Gothic" panose="020B0400000000000000" pitchFamily="34" charset="-128"/>
              </a:rPr>
              <a:t> </a:t>
            </a:r>
          </a:p>
          <a:p>
            <a:pPr>
              <a:lnSpc>
                <a:spcPct val="90000"/>
              </a:lnSpc>
              <a:spcBef>
                <a:spcPts val="1000"/>
              </a:spcBef>
              <a:defRPr>
                <a:solidFill>
                  <a:schemeClr val="accent1"/>
                </a:solidFill>
                <a:latin typeface="游ゴシック体 ボールド"/>
                <a:ea typeface="游ゴシック体 ボールド"/>
                <a:cs typeface="游ゴシック体 ボールド"/>
                <a:sym typeface="游ゴシック体 ボールド"/>
              </a:defRPr>
            </a:pPr>
            <a:r>
              <a:rPr sz="2000" b="1" dirty="0">
                <a:solidFill>
                  <a:schemeClr val="bg1"/>
                </a:solidFill>
                <a:latin typeface="Yu Gothic" panose="020B0400000000000000" pitchFamily="34" charset="-128"/>
                <a:ea typeface="Yu Gothic" panose="020B0400000000000000" pitchFamily="34" charset="-128"/>
              </a:rPr>
              <a:t>Team Name</a:t>
            </a:r>
          </a:p>
        </p:txBody>
      </p:sp>
      <p:grpSp>
        <p:nvGrpSpPr>
          <p:cNvPr id="99" name="Rectangle: Rounded Corners 9"/>
          <p:cNvGrpSpPr/>
          <p:nvPr/>
        </p:nvGrpSpPr>
        <p:grpSpPr>
          <a:xfrm>
            <a:off x="2336950" y="1606577"/>
            <a:ext cx="3483747" cy="908332"/>
            <a:chOff x="0" y="0"/>
            <a:chExt cx="4183735" cy="908330"/>
          </a:xfrm>
        </p:grpSpPr>
        <p:sp>
          <p:nvSpPr>
            <p:cNvPr id="97" name="Rounded Rectangle"/>
            <p:cNvSpPr/>
            <p:nvPr/>
          </p:nvSpPr>
          <p:spPr>
            <a:xfrm>
              <a:off x="0" y="0"/>
              <a:ext cx="4183736" cy="908331"/>
            </a:xfrm>
            <a:prstGeom prst="roundRect">
              <a:avLst>
                <a:gd name="adj" fmla="val 16667"/>
              </a:avLst>
            </a:prstGeom>
            <a:solidFill>
              <a:srgbClr val="FFFFFF"/>
            </a:solidFill>
            <a:ln w="12700" cap="flat">
              <a:solidFill>
                <a:srgbClr val="D0CECE"/>
              </a:solidFill>
              <a:prstDash val="solid"/>
              <a:miter lim="800000"/>
            </a:ln>
            <a:effectLst/>
          </p:spPr>
          <p:txBody>
            <a:bodyPr wrap="square" lIns="45719" tIns="45719" rIns="45719" bIns="45719" numCol="1" anchor="ctr">
              <a:noAutofit/>
            </a:bodyPr>
            <a:lstStyle/>
            <a:p>
              <a:pPr algn="ctr">
                <a:defRPr sz="1600">
                  <a:latin typeface="游ゴシック体 ミディアム"/>
                  <a:ea typeface="游ゴシック体 ミディアム"/>
                  <a:cs typeface="游ゴシック体 ミディアム"/>
                  <a:sym typeface="游ゴシック体 ミディアム"/>
                </a:defRPr>
              </a:pPr>
              <a:endParaRPr>
                <a:solidFill>
                  <a:schemeClr val="tx1">
                    <a:lumMod val="50000"/>
                    <a:lumOff val="50000"/>
                  </a:schemeClr>
                </a:solidFill>
                <a:latin typeface="Yu Gothic" panose="020B0400000000000000" pitchFamily="34" charset="-128"/>
                <a:ea typeface="Yu Gothic" panose="020B0400000000000000" pitchFamily="34" charset="-128"/>
              </a:endParaRPr>
            </a:p>
          </p:txBody>
        </p:sp>
        <p:sp>
          <p:nvSpPr>
            <p:cNvPr id="98" name="請輸入您的隊伍名稱…"/>
            <p:cNvSpPr txBox="1"/>
            <p:nvPr/>
          </p:nvSpPr>
          <p:spPr>
            <a:xfrm>
              <a:off x="90897" y="148962"/>
              <a:ext cx="4001941" cy="610407"/>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tIns="45719" rIns="45719" bIns="45719" numCol="1" anchor="ctr">
              <a:noAutofit/>
            </a:bodyPr>
            <a:lstStyle/>
            <a:p>
              <a:pPr algn="ctr">
                <a:defRPr sz="1600">
                  <a:latin typeface="游ゴシック体 ミディアム"/>
                  <a:ea typeface="游ゴシック体 ミディアム"/>
                  <a:cs typeface="游ゴシック体 ミディアム"/>
                  <a:sym typeface="游ゴシック体 ミディアム"/>
                </a:defRPr>
              </a:pPr>
              <a:r>
                <a:rPr lang="en-US" b="1" dirty="0" err="1">
                  <a:solidFill>
                    <a:schemeClr val="tx1">
                      <a:lumMod val="50000"/>
                      <a:lumOff val="50000"/>
                    </a:schemeClr>
                  </a:solidFill>
                  <a:latin typeface="Yu Gothic" panose="020B0400000000000000" pitchFamily="34" charset="-128"/>
                  <a:ea typeface="Yu Gothic" panose="020B0400000000000000" pitchFamily="34" charset="-128"/>
                </a:rPr>
                <a:t>Alphapilot</a:t>
              </a:r>
              <a:endParaRPr b="1" dirty="0">
                <a:solidFill>
                  <a:schemeClr val="tx1">
                    <a:lumMod val="50000"/>
                    <a:lumOff val="50000"/>
                  </a:schemeClr>
                </a:solidFill>
                <a:latin typeface="Yu Gothic" panose="020B0400000000000000" pitchFamily="34" charset="-128"/>
                <a:ea typeface="Yu Gothic" panose="020B0400000000000000" pitchFamily="34" charset="-128"/>
              </a:endParaRPr>
            </a:p>
          </p:txBody>
        </p:sp>
      </p:grpSp>
      <p:sp>
        <p:nvSpPr>
          <p:cNvPr id="100" name="Subtitle 2"/>
          <p:cNvSpPr txBox="1"/>
          <p:nvPr/>
        </p:nvSpPr>
        <p:spPr>
          <a:xfrm>
            <a:off x="152399" y="2734719"/>
            <a:ext cx="2251711" cy="105375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a:lnSpc>
                <a:spcPct val="90000"/>
              </a:lnSpc>
              <a:spcBef>
                <a:spcPts val="1000"/>
              </a:spcBef>
              <a:defRPr>
                <a:solidFill>
                  <a:schemeClr val="accent1"/>
                </a:solidFill>
                <a:latin typeface="游ゴシック体 ボールド"/>
                <a:ea typeface="游ゴシック体 ボールド"/>
                <a:cs typeface="游ゴシック体 ボールド"/>
                <a:sym typeface="游ゴシック体 ボールド"/>
              </a:defRPr>
            </a:pPr>
            <a:r>
              <a:rPr sz="2000" b="1" dirty="0" err="1">
                <a:solidFill>
                  <a:schemeClr val="bg1"/>
                </a:solidFill>
                <a:latin typeface="Yu Gothic" panose="020B0400000000000000" pitchFamily="34" charset="-128"/>
                <a:ea typeface="Yu Gothic" panose="020B0400000000000000" pitchFamily="34" charset="-128"/>
              </a:rPr>
              <a:t>隊員名稱</a:t>
            </a:r>
            <a:r>
              <a:rPr sz="2000" b="1" dirty="0">
                <a:solidFill>
                  <a:schemeClr val="bg1"/>
                </a:solidFill>
                <a:latin typeface="Yu Gothic" panose="020B0400000000000000" pitchFamily="34" charset="-128"/>
                <a:ea typeface="Yu Gothic" panose="020B0400000000000000" pitchFamily="34" charset="-128"/>
              </a:rPr>
              <a:t> </a:t>
            </a:r>
          </a:p>
          <a:p>
            <a:pPr>
              <a:lnSpc>
                <a:spcPct val="90000"/>
              </a:lnSpc>
              <a:spcBef>
                <a:spcPts val="1000"/>
              </a:spcBef>
              <a:defRPr>
                <a:solidFill>
                  <a:schemeClr val="accent1"/>
                </a:solidFill>
                <a:latin typeface="游ゴシック体 ボールド"/>
                <a:ea typeface="游ゴシック体 ボールド"/>
                <a:cs typeface="游ゴシック体 ボールド"/>
                <a:sym typeface="游ゴシック体 ボールド"/>
              </a:defRPr>
            </a:pPr>
            <a:r>
              <a:rPr sz="2000" b="1" dirty="0">
                <a:solidFill>
                  <a:schemeClr val="bg1"/>
                </a:solidFill>
                <a:latin typeface="Yu Gothic" panose="020B0400000000000000" pitchFamily="34" charset="-128"/>
                <a:ea typeface="Yu Gothic" panose="020B0400000000000000" pitchFamily="34" charset="-128"/>
              </a:rPr>
              <a:t>Team Members</a:t>
            </a:r>
            <a:r>
              <a:rPr lang="en-US" altLang="zh-TW" sz="2000" b="1" dirty="0">
                <a:solidFill>
                  <a:schemeClr val="bg1"/>
                </a:solidFill>
                <a:latin typeface="Yu Gothic" panose="020B0400000000000000" pitchFamily="34" charset="-128"/>
                <a:ea typeface="Yu Gothic" panose="020B0400000000000000" pitchFamily="34" charset="-128"/>
              </a:rPr>
              <a:t>'</a:t>
            </a:r>
            <a:r>
              <a:rPr sz="2000" b="1" dirty="0">
                <a:solidFill>
                  <a:schemeClr val="bg1"/>
                </a:solidFill>
                <a:latin typeface="Yu Gothic" panose="020B0400000000000000" pitchFamily="34" charset="-128"/>
                <a:ea typeface="Yu Gothic" panose="020B0400000000000000" pitchFamily="34" charset="-128"/>
              </a:rPr>
              <a:t> Name</a:t>
            </a:r>
            <a:r>
              <a:rPr lang="en-US" sz="2000" b="1" dirty="0">
                <a:solidFill>
                  <a:schemeClr val="bg1"/>
                </a:solidFill>
                <a:latin typeface="Yu Gothic" panose="020B0400000000000000" pitchFamily="34" charset="-128"/>
                <a:ea typeface="Yu Gothic" panose="020B0400000000000000" pitchFamily="34" charset="-128"/>
              </a:rPr>
              <a:t>s</a:t>
            </a:r>
            <a:endParaRPr sz="2000" b="1" dirty="0">
              <a:solidFill>
                <a:schemeClr val="bg1"/>
              </a:solidFill>
              <a:latin typeface="Yu Gothic" panose="020B0400000000000000" pitchFamily="34" charset="-128"/>
              <a:ea typeface="Yu Gothic" panose="020B0400000000000000" pitchFamily="34" charset="-128"/>
            </a:endParaRPr>
          </a:p>
        </p:txBody>
      </p:sp>
      <p:grpSp>
        <p:nvGrpSpPr>
          <p:cNvPr id="103" name="Rectangle: Rounded Corners 12"/>
          <p:cNvGrpSpPr/>
          <p:nvPr/>
        </p:nvGrpSpPr>
        <p:grpSpPr>
          <a:xfrm>
            <a:off x="2336950" y="2753769"/>
            <a:ext cx="3483747" cy="3912502"/>
            <a:chOff x="0" y="0"/>
            <a:chExt cx="4196084" cy="2670176"/>
          </a:xfrm>
        </p:grpSpPr>
        <p:sp>
          <p:nvSpPr>
            <p:cNvPr id="101" name="Rounded Rectangle"/>
            <p:cNvSpPr/>
            <p:nvPr/>
          </p:nvSpPr>
          <p:spPr>
            <a:xfrm>
              <a:off x="0" y="0"/>
              <a:ext cx="4196084" cy="2670176"/>
            </a:xfrm>
            <a:prstGeom prst="roundRect">
              <a:avLst>
                <a:gd name="adj" fmla="val 7130"/>
              </a:avLst>
            </a:prstGeom>
            <a:solidFill>
              <a:srgbClr val="FFFFFF"/>
            </a:solidFill>
            <a:ln w="12700" cap="flat">
              <a:solidFill>
                <a:srgbClr val="D0CECE"/>
              </a:solidFill>
              <a:prstDash val="solid"/>
              <a:miter lim="800000"/>
            </a:ln>
            <a:effectLst/>
          </p:spPr>
          <p:txBody>
            <a:bodyPr wrap="square" lIns="45719" tIns="45719" rIns="45719" bIns="45719" numCol="1" anchor="ctr">
              <a:noAutofit/>
            </a:bodyPr>
            <a:lstStyle/>
            <a:p>
              <a:pPr>
                <a:defRPr>
                  <a:solidFill>
                    <a:srgbClr val="FFFFFF"/>
                  </a:solidFill>
                </a:defRPr>
              </a:pPr>
              <a:endParaRPr>
                <a:solidFill>
                  <a:schemeClr val="tx1">
                    <a:lumMod val="50000"/>
                    <a:lumOff val="50000"/>
                  </a:schemeClr>
                </a:solidFill>
                <a:latin typeface="Yu Gothic" panose="020B0400000000000000" pitchFamily="34" charset="-128"/>
                <a:ea typeface="Yu Gothic" panose="020B0400000000000000" pitchFamily="34" charset="-128"/>
              </a:endParaRPr>
            </a:p>
          </p:txBody>
        </p:sp>
        <p:sp>
          <p:nvSpPr>
            <p:cNvPr id="102" name="組長:…"/>
            <p:cNvSpPr txBox="1"/>
            <p:nvPr/>
          </p:nvSpPr>
          <p:spPr>
            <a:xfrm>
              <a:off x="202961" y="247756"/>
              <a:ext cx="3993123" cy="1071249"/>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tIns="45719" rIns="45719" bIns="45719" numCol="1" anchor="ctr">
              <a:spAutoFit/>
            </a:bodyPr>
            <a:lstStyle/>
            <a:p>
              <a:pPr>
                <a:defRPr sz="1600">
                  <a:latin typeface="游ゴシック体 ミディアム"/>
                  <a:ea typeface="游ゴシック体 ミディアム"/>
                  <a:cs typeface="游ゴシック体 ミディアム"/>
                  <a:sym typeface="游ゴシック体 ミディアム"/>
                </a:defRPr>
              </a:pPr>
              <a:r>
                <a:rPr b="1" dirty="0" err="1">
                  <a:solidFill>
                    <a:schemeClr val="tx1">
                      <a:lumMod val="50000"/>
                      <a:lumOff val="50000"/>
                    </a:schemeClr>
                  </a:solidFill>
                  <a:latin typeface="Yu Gothic" panose="020B0400000000000000" pitchFamily="34" charset="-128"/>
                  <a:ea typeface="Yu Gothic" panose="020B0400000000000000" pitchFamily="34" charset="-128"/>
                </a:rPr>
                <a:t>組長</a:t>
              </a:r>
              <a:r>
                <a:rPr b="1" dirty="0">
                  <a:solidFill>
                    <a:schemeClr val="tx1">
                      <a:lumMod val="50000"/>
                      <a:lumOff val="50000"/>
                    </a:schemeClr>
                  </a:solidFill>
                  <a:latin typeface="Yu Gothic" panose="020B0400000000000000" pitchFamily="34" charset="-128"/>
                  <a:ea typeface="Yu Gothic" panose="020B0400000000000000" pitchFamily="34" charset="-128"/>
                </a:rPr>
                <a:t>:</a:t>
              </a:r>
            </a:p>
            <a:p>
              <a:pPr>
                <a:defRPr sz="1600">
                  <a:latin typeface="游ゴシック体 ミディアム"/>
                  <a:ea typeface="游ゴシック体 ミディアム"/>
                  <a:cs typeface="游ゴシック体 ミディアム"/>
                  <a:sym typeface="游ゴシック体 ミディアム"/>
                </a:defRPr>
              </a:pPr>
              <a:r>
                <a:rPr b="1" dirty="0">
                  <a:solidFill>
                    <a:schemeClr val="tx1">
                      <a:lumMod val="50000"/>
                      <a:lumOff val="50000"/>
                    </a:schemeClr>
                  </a:solidFill>
                  <a:latin typeface="Yu Gothic" panose="020B0400000000000000" pitchFamily="34" charset="-128"/>
                  <a:ea typeface="Yu Gothic" panose="020B0400000000000000" pitchFamily="34" charset="-128"/>
                </a:rPr>
                <a:t>Team Leader:</a:t>
              </a:r>
              <a:r>
                <a:rPr lang="en-US" b="1" dirty="0">
                  <a:solidFill>
                    <a:schemeClr val="tx1">
                      <a:lumMod val="50000"/>
                      <a:lumOff val="50000"/>
                    </a:schemeClr>
                  </a:solidFill>
                  <a:latin typeface="Yu Gothic" panose="020B0400000000000000" pitchFamily="34" charset="-128"/>
                  <a:ea typeface="Yu Gothic" panose="020B0400000000000000" pitchFamily="34" charset="-128"/>
                </a:rPr>
                <a:t> </a:t>
              </a:r>
              <a:r>
                <a:rPr lang="en-US" b="1" dirty="0" err="1">
                  <a:solidFill>
                    <a:schemeClr val="tx1">
                      <a:lumMod val="50000"/>
                      <a:lumOff val="50000"/>
                    </a:schemeClr>
                  </a:solidFill>
                  <a:latin typeface="Yu Gothic" panose="020B0400000000000000" pitchFamily="34" charset="-128"/>
                  <a:ea typeface="Yu Gothic" panose="020B0400000000000000" pitchFamily="34" charset="-128"/>
                </a:rPr>
                <a:t>JinhangHE</a:t>
              </a:r>
              <a:endParaRPr b="1" dirty="0">
                <a:solidFill>
                  <a:schemeClr val="tx1">
                    <a:lumMod val="50000"/>
                    <a:lumOff val="50000"/>
                  </a:schemeClr>
                </a:solidFill>
                <a:latin typeface="Yu Gothic" panose="020B0400000000000000" pitchFamily="34" charset="-128"/>
                <a:ea typeface="Yu Gothic" panose="020B0400000000000000" pitchFamily="34" charset="-128"/>
              </a:endParaRPr>
            </a:p>
            <a:p>
              <a:pPr>
                <a:defRPr sz="1600">
                  <a:latin typeface="游ゴシック体 ミディアム"/>
                  <a:ea typeface="游ゴシック体 ミディアム"/>
                  <a:cs typeface="游ゴシック体 ミディアム"/>
                  <a:sym typeface="游ゴシック体 ミディアム"/>
                </a:defRPr>
              </a:pPr>
              <a:endParaRPr b="1" dirty="0">
                <a:solidFill>
                  <a:schemeClr val="tx1">
                    <a:lumMod val="50000"/>
                    <a:lumOff val="50000"/>
                  </a:schemeClr>
                </a:solidFill>
                <a:latin typeface="Yu Gothic" panose="020B0400000000000000" pitchFamily="34" charset="-128"/>
                <a:ea typeface="Yu Gothic" panose="020B0400000000000000" pitchFamily="34" charset="-128"/>
              </a:endParaRPr>
            </a:p>
            <a:p>
              <a:pPr>
                <a:defRPr sz="1600">
                  <a:latin typeface="游ゴシック体 ミディアム"/>
                  <a:ea typeface="游ゴシック体 ミディアム"/>
                  <a:cs typeface="游ゴシック体 ミディアム"/>
                  <a:sym typeface="游ゴシック体 ミディアム"/>
                </a:defRPr>
              </a:pPr>
              <a:r>
                <a:rPr b="1" dirty="0">
                  <a:solidFill>
                    <a:schemeClr val="tx1">
                      <a:lumMod val="50000"/>
                      <a:lumOff val="50000"/>
                    </a:schemeClr>
                  </a:solidFill>
                  <a:latin typeface="Yu Gothic" panose="020B0400000000000000" pitchFamily="34" charset="-128"/>
                  <a:ea typeface="Yu Gothic" panose="020B0400000000000000" pitchFamily="34" charset="-128"/>
                </a:rPr>
                <a:t>隊員1:</a:t>
              </a:r>
            </a:p>
            <a:p>
              <a:pPr>
                <a:defRPr sz="1600">
                  <a:latin typeface="游ゴシック体 ミディアム"/>
                  <a:ea typeface="游ゴシック体 ミディアム"/>
                  <a:cs typeface="游ゴシック体 ミディアム"/>
                  <a:sym typeface="游ゴシック体 ミディアム"/>
                </a:defRPr>
              </a:pPr>
              <a:r>
                <a:rPr b="1" dirty="0">
                  <a:solidFill>
                    <a:schemeClr val="tx1">
                      <a:lumMod val="50000"/>
                      <a:lumOff val="50000"/>
                    </a:schemeClr>
                  </a:solidFill>
                  <a:latin typeface="Yu Gothic" panose="020B0400000000000000" pitchFamily="34" charset="-128"/>
                  <a:ea typeface="Yu Gothic" panose="020B0400000000000000" pitchFamily="34" charset="-128"/>
                </a:rPr>
                <a:t>Team Member 1:</a:t>
              </a:r>
              <a:r>
                <a:rPr lang="en-US" b="1" dirty="0">
                  <a:solidFill>
                    <a:schemeClr val="tx1">
                      <a:lumMod val="50000"/>
                      <a:lumOff val="50000"/>
                    </a:schemeClr>
                  </a:solidFill>
                  <a:latin typeface="Yu Gothic" panose="020B0400000000000000" pitchFamily="34" charset="-128"/>
                  <a:ea typeface="Yu Gothic" panose="020B0400000000000000" pitchFamily="34" charset="-128"/>
                </a:rPr>
                <a:t> </a:t>
              </a:r>
              <a:r>
                <a:rPr lang="en-US" b="1" dirty="0" err="1">
                  <a:solidFill>
                    <a:schemeClr val="tx1">
                      <a:lumMod val="50000"/>
                      <a:lumOff val="50000"/>
                    </a:schemeClr>
                  </a:solidFill>
                  <a:latin typeface="Yu Gothic" panose="020B0400000000000000" pitchFamily="34" charset="-128"/>
                  <a:ea typeface="Yu Gothic" panose="020B0400000000000000" pitchFamily="34" charset="-128"/>
                </a:rPr>
                <a:t>WangxiFU</a:t>
              </a:r>
              <a:endParaRPr b="1" dirty="0">
                <a:solidFill>
                  <a:schemeClr val="tx1">
                    <a:lumMod val="50000"/>
                    <a:lumOff val="50000"/>
                  </a:schemeClr>
                </a:solidFill>
                <a:latin typeface="Yu Gothic" panose="020B0400000000000000" pitchFamily="34" charset="-128"/>
                <a:ea typeface="Yu Gothic" panose="020B0400000000000000" pitchFamily="34" charset="-128"/>
              </a:endParaRPr>
            </a:p>
            <a:p>
              <a:pPr>
                <a:defRPr sz="1600">
                  <a:latin typeface="游ゴシック体 ミディアム"/>
                  <a:ea typeface="游ゴシック体 ミディアム"/>
                  <a:cs typeface="游ゴシック体 ミディアム"/>
                  <a:sym typeface="游ゴシック体 ミディアム"/>
                </a:defRPr>
              </a:pPr>
              <a:endParaRPr b="1" dirty="0">
                <a:solidFill>
                  <a:schemeClr val="tx1">
                    <a:lumMod val="50000"/>
                    <a:lumOff val="50000"/>
                  </a:schemeClr>
                </a:solidFill>
                <a:latin typeface="Yu Gothic" panose="020B0400000000000000" pitchFamily="34" charset="-128"/>
                <a:ea typeface="Yu Gothic" panose="020B0400000000000000" pitchFamily="34" charset="-128"/>
              </a:endParaRPr>
            </a:p>
          </p:txBody>
        </p:sp>
      </p:grpSp>
      <p:sp>
        <p:nvSpPr>
          <p:cNvPr id="12" name="Subtitle 2">
            <a:extLst>
              <a:ext uri="{FF2B5EF4-FFF2-40B4-BE49-F238E27FC236}">
                <a16:creationId xmlns:a16="http://schemas.microsoft.com/office/drawing/2014/main" id="{209A8DBE-1699-4BB9-9C21-2396B82801C3}"/>
              </a:ext>
            </a:extLst>
          </p:cNvPr>
          <p:cNvSpPr txBox="1"/>
          <p:nvPr/>
        </p:nvSpPr>
        <p:spPr>
          <a:xfrm>
            <a:off x="6138390" y="2734719"/>
            <a:ext cx="1960265" cy="186422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p>
            <a:pPr>
              <a:lnSpc>
                <a:spcPct val="90000"/>
              </a:lnSpc>
              <a:spcBef>
                <a:spcPts val="1000"/>
              </a:spcBef>
              <a:defRPr>
                <a:solidFill>
                  <a:schemeClr val="accent1"/>
                </a:solidFill>
                <a:latin typeface="游ゴシック体 ボールド"/>
                <a:ea typeface="游ゴシック体 ボールド"/>
                <a:cs typeface="游ゴシック体 ボールド"/>
                <a:sym typeface="游ゴシック体 ボールド"/>
              </a:defRPr>
            </a:pPr>
            <a:r>
              <a:rPr lang="zh-CN" altLang="en-US" sz="2000" b="1" dirty="0">
                <a:solidFill>
                  <a:schemeClr val="bg1"/>
                </a:solidFill>
                <a:latin typeface="Yu Gothic" panose="020B0400000000000000" pitchFamily="34" charset="-128"/>
                <a:ea typeface="Yu Gothic" panose="020B0400000000000000" pitchFamily="34" charset="-128"/>
              </a:rPr>
              <a:t>方案簡介</a:t>
            </a:r>
            <a:endParaRPr lang="en-US" altLang="zh-CN" sz="2000" b="1" dirty="0">
              <a:solidFill>
                <a:schemeClr val="bg1"/>
              </a:solidFill>
              <a:latin typeface="Yu Gothic" panose="020B0400000000000000" pitchFamily="34" charset="-128"/>
              <a:ea typeface="Yu Gothic" panose="020B0400000000000000" pitchFamily="34" charset="-128"/>
            </a:endParaRPr>
          </a:p>
          <a:p>
            <a:pPr>
              <a:lnSpc>
                <a:spcPct val="90000"/>
              </a:lnSpc>
              <a:spcBef>
                <a:spcPts val="1000"/>
              </a:spcBef>
              <a:defRPr>
                <a:solidFill>
                  <a:schemeClr val="accent1"/>
                </a:solidFill>
                <a:latin typeface="游ゴシック体 ボールド"/>
                <a:ea typeface="游ゴシック体 ボールド"/>
                <a:cs typeface="游ゴシック体 ボールド"/>
                <a:sym typeface="游ゴシック体 ボールド"/>
              </a:defRPr>
            </a:pPr>
            <a:r>
              <a:rPr lang="zh-CN" altLang="en-US" sz="2000" b="1" dirty="0">
                <a:solidFill>
                  <a:schemeClr val="bg1"/>
                </a:solidFill>
                <a:latin typeface="Yu Gothic" panose="020B0400000000000000" pitchFamily="34" charset="-128"/>
                <a:ea typeface="Yu Gothic" panose="020B0400000000000000" pitchFamily="34" charset="-128"/>
              </a:rPr>
              <a:t>（</a:t>
            </a:r>
            <a:r>
              <a:rPr lang="en-US" altLang="zh-CN" sz="2000" b="1" dirty="0">
                <a:solidFill>
                  <a:schemeClr val="bg1"/>
                </a:solidFill>
                <a:latin typeface="Yu Gothic" panose="020B0400000000000000" pitchFamily="34" charset="-128"/>
                <a:ea typeface="Yu Gothic" panose="020B0400000000000000" pitchFamily="34" charset="-128"/>
              </a:rPr>
              <a:t>100</a:t>
            </a:r>
            <a:r>
              <a:rPr lang="zh-CN" altLang="en-US" sz="2000" b="1" dirty="0">
                <a:solidFill>
                  <a:schemeClr val="bg1"/>
                </a:solidFill>
                <a:latin typeface="Yu Gothic" panose="020B0400000000000000" pitchFamily="34" charset="-128"/>
                <a:ea typeface="Yu Gothic" panose="020B0400000000000000" pitchFamily="34" charset="-128"/>
              </a:rPr>
              <a:t>字）</a:t>
            </a:r>
            <a:r>
              <a:rPr sz="2000" b="1" dirty="0">
                <a:solidFill>
                  <a:schemeClr val="bg1"/>
                </a:solidFill>
                <a:latin typeface="Yu Gothic" panose="020B0400000000000000" pitchFamily="34" charset="-128"/>
                <a:ea typeface="Yu Gothic" panose="020B0400000000000000" pitchFamily="34" charset="-128"/>
              </a:rPr>
              <a:t> </a:t>
            </a:r>
          </a:p>
          <a:p>
            <a:pPr>
              <a:lnSpc>
                <a:spcPct val="90000"/>
              </a:lnSpc>
              <a:spcBef>
                <a:spcPts val="1000"/>
              </a:spcBef>
              <a:defRPr>
                <a:solidFill>
                  <a:schemeClr val="accent1"/>
                </a:solidFill>
                <a:latin typeface="游ゴシック体 ボールド"/>
                <a:ea typeface="游ゴシック体 ボールド"/>
                <a:cs typeface="游ゴシック体 ボールド"/>
                <a:sym typeface="游ゴシック体 ボールド"/>
              </a:defRPr>
            </a:pPr>
            <a:r>
              <a:rPr lang="en-US" sz="2000" b="1" dirty="0">
                <a:solidFill>
                  <a:schemeClr val="bg1"/>
                </a:solidFill>
                <a:latin typeface="Yu Gothic" panose="020B0400000000000000" pitchFamily="34" charset="-128"/>
                <a:ea typeface="Yu Gothic" panose="020B0400000000000000" pitchFamily="34" charset="-128"/>
              </a:rPr>
              <a:t>Proposal Summary</a:t>
            </a:r>
          </a:p>
          <a:p>
            <a:pPr>
              <a:lnSpc>
                <a:spcPct val="90000"/>
              </a:lnSpc>
              <a:spcBef>
                <a:spcPts val="1000"/>
              </a:spcBef>
              <a:defRPr>
                <a:solidFill>
                  <a:schemeClr val="accent1"/>
                </a:solidFill>
                <a:latin typeface="游ゴシック体 ボールド"/>
                <a:ea typeface="游ゴシック体 ボールド"/>
                <a:cs typeface="游ゴシック体 ボールド"/>
                <a:sym typeface="游ゴシック体 ボールド"/>
              </a:defRPr>
            </a:pPr>
            <a:r>
              <a:rPr lang="en-US" altLang="zh-TW" sz="2000" b="1" dirty="0">
                <a:solidFill>
                  <a:schemeClr val="bg1"/>
                </a:solidFill>
                <a:latin typeface="Yu Gothic" panose="020B0400000000000000" pitchFamily="34" charset="-128"/>
                <a:ea typeface="Yu Gothic" panose="020B0400000000000000" pitchFamily="34" charset="-128"/>
              </a:rPr>
              <a:t>(100 words)</a:t>
            </a:r>
            <a:endParaRPr sz="2000" b="1" dirty="0">
              <a:solidFill>
                <a:schemeClr val="bg1"/>
              </a:solidFill>
              <a:latin typeface="Yu Gothic" panose="020B0400000000000000" pitchFamily="34" charset="-128"/>
              <a:ea typeface="Yu Gothic" panose="020B0400000000000000" pitchFamily="34" charset="-128"/>
            </a:endParaRPr>
          </a:p>
        </p:txBody>
      </p:sp>
      <p:sp>
        <p:nvSpPr>
          <p:cNvPr id="13" name="Rounded Rectangle">
            <a:extLst>
              <a:ext uri="{FF2B5EF4-FFF2-40B4-BE49-F238E27FC236}">
                <a16:creationId xmlns:a16="http://schemas.microsoft.com/office/drawing/2014/main" id="{A559F610-B688-4BC9-92D4-005EA9F347BA}"/>
              </a:ext>
            </a:extLst>
          </p:cNvPr>
          <p:cNvSpPr/>
          <p:nvPr/>
        </p:nvSpPr>
        <p:spPr>
          <a:xfrm>
            <a:off x="8224993" y="2734719"/>
            <a:ext cx="3483747" cy="3931551"/>
          </a:xfrm>
          <a:prstGeom prst="roundRect">
            <a:avLst>
              <a:gd name="adj" fmla="val 7130"/>
            </a:avLst>
          </a:prstGeom>
          <a:solidFill>
            <a:srgbClr val="FFFFFF"/>
          </a:solidFill>
          <a:ln w="12700" cap="flat">
            <a:solidFill>
              <a:srgbClr val="D0CECE"/>
            </a:solidFill>
            <a:prstDash val="solid"/>
            <a:miter lim="800000"/>
          </a:ln>
          <a:effectLst/>
        </p:spPr>
        <p:txBody>
          <a:bodyPr wrap="square" lIns="45719" tIns="45719" rIns="45719" bIns="45719" numCol="1" anchor="ctr">
            <a:noAutofit/>
          </a:bodyPr>
          <a:lstStyle/>
          <a:p>
            <a:pPr>
              <a:defRPr>
                <a:solidFill>
                  <a:srgbClr val="FFFFFF"/>
                </a:solidFill>
              </a:defRPr>
            </a:pPr>
            <a:r>
              <a:rPr lang="en-HK" sz="1300" dirty="0" err="1">
                <a:solidFill>
                  <a:schemeClr val="tx1">
                    <a:lumMod val="50000"/>
                    <a:lumOff val="50000"/>
                  </a:schemeClr>
                </a:solidFill>
                <a:latin typeface="Yu Gothic" panose="020B0400000000000000" pitchFamily="34" charset="-128"/>
                <a:ea typeface="Yu Gothic" panose="020B0400000000000000" pitchFamily="34" charset="-128"/>
              </a:rPr>
              <a:t>AlphaPilot</a:t>
            </a:r>
            <a:r>
              <a:rPr lang="en-HK" sz="1300" dirty="0">
                <a:solidFill>
                  <a:schemeClr val="tx1">
                    <a:lumMod val="50000"/>
                    <a:lumOff val="50000"/>
                  </a:schemeClr>
                </a:solidFill>
                <a:latin typeface="Yu Gothic" panose="020B0400000000000000" pitchFamily="34" charset="-128"/>
                <a:ea typeface="Yu Gothic" panose="020B0400000000000000" pitchFamily="34" charset="-128"/>
              </a:rPr>
              <a:t> is an evidence-grounded GenAI wealth advisory copilot designed for Hong Kong banks. It assists Relationship Managers and compliance teams in preparing traceable equity analysis through multi-source data integration, RAG, output gating, and deterministic guardrails. By linking conclusions to verifiable evidence with source and confidence metadata, the system reduces unsupported claims and supports human-in-the-loop review. Its multi-agent workflow separates market analysis, risk review, and compliance validation to improve transparency and auditability. </a:t>
            </a:r>
            <a:r>
              <a:rPr lang="en-HK" sz="1300" dirty="0" err="1">
                <a:solidFill>
                  <a:schemeClr val="tx1">
                    <a:lumMod val="50000"/>
                    <a:lumOff val="50000"/>
                  </a:schemeClr>
                </a:solidFill>
                <a:latin typeface="Yu Gothic" panose="020B0400000000000000" pitchFamily="34" charset="-128"/>
                <a:ea typeface="Yu Gothic" panose="020B0400000000000000" pitchFamily="34" charset="-128"/>
              </a:rPr>
              <a:t>AlphaPilot</a:t>
            </a:r>
            <a:r>
              <a:rPr lang="en-HK" sz="1300" dirty="0">
                <a:solidFill>
                  <a:schemeClr val="tx1">
                    <a:lumMod val="50000"/>
                    <a:lumOff val="50000"/>
                  </a:schemeClr>
                </a:solidFill>
                <a:latin typeface="Yu Gothic" panose="020B0400000000000000" pitchFamily="34" charset="-128"/>
                <a:ea typeface="Yu Gothic" panose="020B0400000000000000" pitchFamily="34" charset="-128"/>
              </a:rPr>
              <a:t> is intended for RM-assisted advisory preparation in a controlled pilot environment, not for automated investment decisions.</a:t>
            </a:r>
            <a:endParaRPr sz="1300" dirty="0">
              <a:solidFill>
                <a:schemeClr val="tx1">
                  <a:lumMod val="50000"/>
                  <a:lumOff val="50000"/>
                </a:schemeClr>
              </a:solidFill>
              <a:latin typeface="Yu Gothic" panose="020B0400000000000000" pitchFamily="34" charset="-128"/>
              <a:ea typeface="Yu Gothic" panose="020B0400000000000000" pitchFamily="34" charset="-128"/>
            </a:endParaRPr>
          </a:p>
        </p:txBody>
      </p:sp>
      <p:sp>
        <p:nvSpPr>
          <p:cNvPr id="16" name="Subtitle 2">
            <a:extLst>
              <a:ext uri="{FF2B5EF4-FFF2-40B4-BE49-F238E27FC236}">
                <a16:creationId xmlns:a16="http://schemas.microsoft.com/office/drawing/2014/main" id="{ED889550-26F2-4A52-A4C9-4157270A8EE7}"/>
              </a:ext>
            </a:extLst>
          </p:cNvPr>
          <p:cNvSpPr txBox="1"/>
          <p:nvPr/>
        </p:nvSpPr>
        <p:spPr>
          <a:xfrm>
            <a:off x="6168927" y="1606577"/>
            <a:ext cx="2251711" cy="100488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ormAutofit lnSpcReduction="10000"/>
          </a:bodyPr>
          <a:lstStyle/>
          <a:p>
            <a:pPr>
              <a:lnSpc>
                <a:spcPct val="90000"/>
              </a:lnSpc>
              <a:spcBef>
                <a:spcPts val="1000"/>
              </a:spcBef>
              <a:defRPr>
                <a:solidFill>
                  <a:schemeClr val="accent1"/>
                </a:solidFill>
                <a:latin typeface="游ゴシック体 ボールド"/>
                <a:ea typeface="游ゴシック体 ボールド"/>
                <a:cs typeface="游ゴシック体 ボールド"/>
                <a:sym typeface="游ゴシック体 ボールド"/>
              </a:defRPr>
            </a:pPr>
            <a:r>
              <a:rPr lang="zh-CN" altLang="en-US" sz="2000" b="1" dirty="0">
                <a:solidFill>
                  <a:schemeClr val="bg1"/>
                </a:solidFill>
                <a:latin typeface="Yu Gothic" panose="020B0400000000000000" pitchFamily="34" charset="-128"/>
                <a:ea typeface="Yu Gothic" panose="020B0400000000000000" pitchFamily="34" charset="-128"/>
              </a:rPr>
              <a:t>參賽組別</a:t>
            </a:r>
            <a:endParaRPr lang="en-US" altLang="zh-CN" sz="2000" b="1" dirty="0">
              <a:solidFill>
                <a:schemeClr val="bg1"/>
              </a:solidFill>
              <a:latin typeface="Yu Gothic" panose="020B0400000000000000" pitchFamily="34" charset="-128"/>
              <a:ea typeface="Yu Gothic" panose="020B0400000000000000" pitchFamily="34" charset="-128"/>
            </a:endParaRPr>
          </a:p>
          <a:p>
            <a:pPr>
              <a:lnSpc>
                <a:spcPct val="90000"/>
              </a:lnSpc>
              <a:spcBef>
                <a:spcPts val="1000"/>
              </a:spcBef>
              <a:defRPr>
                <a:solidFill>
                  <a:schemeClr val="accent1"/>
                </a:solidFill>
                <a:latin typeface="游ゴシック体 ボールド"/>
                <a:ea typeface="游ゴシック体 ボールド"/>
                <a:cs typeface="游ゴシック体 ボールド"/>
                <a:sym typeface="游ゴシック体 ボールド"/>
              </a:defRPr>
            </a:pPr>
            <a:r>
              <a:rPr lang="en-US" sz="2000" b="1" dirty="0">
                <a:solidFill>
                  <a:schemeClr val="bg1"/>
                </a:solidFill>
                <a:latin typeface="Yu Gothic" panose="020B0400000000000000" pitchFamily="34" charset="-128"/>
                <a:ea typeface="Yu Gothic" panose="020B0400000000000000" pitchFamily="34" charset="-128"/>
              </a:rPr>
              <a:t>Contestant Category</a:t>
            </a:r>
            <a:endParaRPr sz="2000" b="1" dirty="0">
              <a:solidFill>
                <a:schemeClr val="bg1"/>
              </a:solidFill>
              <a:latin typeface="Yu Gothic" panose="020B0400000000000000" pitchFamily="34" charset="-128"/>
              <a:ea typeface="Yu Gothic" panose="020B0400000000000000" pitchFamily="34" charset="-128"/>
            </a:endParaRPr>
          </a:p>
        </p:txBody>
      </p:sp>
      <p:grpSp>
        <p:nvGrpSpPr>
          <p:cNvPr id="17" name="Rectangle: Rounded Corners 9">
            <a:extLst>
              <a:ext uri="{FF2B5EF4-FFF2-40B4-BE49-F238E27FC236}">
                <a16:creationId xmlns:a16="http://schemas.microsoft.com/office/drawing/2014/main" id="{3FE149E5-DBD3-4F4F-BF6E-C6BB0A704732}"/>
              </a:ext>
            </a:extLst>
          </p:cNvPr>
          <p:cNvGrpSpPr/>
          <p:nvPr/>
        </p:nvGrpSpPr>
        <p:grpSpPr>
          <a:xfrm>
            <a:off x="8224993" y="1606577"/>
            <a:ext cx="3553419" cy="908332"/>
            <a:chOff x="0" y="0"/>
            <a:chExt cx="4183735" cy="908330"/>
          </a:xfrm>
        </p:grpSpPr>
        <p:sp>
          <p:nvSpPr>
            <p:cNvPr id="18" name="Rounded Rectangle">
              <a:extLst>
                <a:ext uri="{FF2B5EF4-FFF2-40B4-BE49-F238E27FC236}">
                  <a16:creationId xmlns:a16="http://schemas.microsoft.com/office/drawing/2014/main" id="{196B7031-5516-413C-B8EF-CBA1DE4EDFB3}"/>
                </a:ext>
              </a:extLst>
            </p:cNvPr>
            <p:cNvSpPr/>
            <p:nvPr/>
          </p:nvSpPr>
          <p:spPr>
            <a:xfrm>
              <a:off x="0" y="0"/>
              <a:ext cx="4183736" cy="908331"/>
            </a:xfrm>
            <a:prstGeom prst="roundRect">
              <a:avLst>
                <a:gd name="adj" fmla="val 16667"/>
              </a:avLst>
            </a:prstGeom>
            <a:solidFill>
              <a:srgbClr val="FFFFFF"/>
            </a:solidFill>
            <a:ln w="12700" cap="flat">
              <a:solidFill>
                <a:srgbClr val="D0CECE"/>
              </a:solidFill>
              <a:prstDash val="solid"/>
              <a:miter lim="800000"/>
            </a:ln>
            <a:effectLst/>
          </p:spPr>
          <p:txBody>
            <a:bodyPr wrap="square" lIns="45719" tIns="45719" rIns="45719" bIns="45719" numCol="1" anchor="ctr">
              <a:noAutofit/>
            </a:bodyPr>
            <a:lstStyle/>
            <a:p>
              <a:pPr algn="ctr">
                <a:defRPr sz="1600">
                  <a:latin typeface="游ゴシック体 ミディアム"/>
                  <a:ea typeface="游ゴシック体 ミディアム"/>
                  <a:cs typeface="游ゴシック体 ミディアム"/>
                  <a:sym typeface="游ゴシック体 ミディアム"/>
                </a:defRPr>
              </a:pPr>
              <a:endParaRPr>
                <a:solidFill>
                  <a:schemeClr val="tx1">
                    <a:lumMod val="50000"/>
                    <a:lumOff val="50000"/>
                  </a:schemeClr>
                </a:solidFill>
                <a:latin typeface="Yu Gothic" panose="020B0400000000000000" pitchFamily="34" charset="-128"/>
                <a:ea typeface="Yu Gothic" panose="020B0400000000000000" pitchFamily="34" charset="-128"/>
              </a:endParaRPr>
            </a:p>
          </p:txBody>
        </p:sp>
        <p:sp>
          <p:nvSpPr>
            <p:cNvPr id="19" name="請輸入您的隊伍名稱…">
              <a:extLst>
                <a:ext uri="{FF2B5EF4-FFF2-40B4-BE49-F238E27FC236}">
                  <a16:creationId xmlns:a16="http://schemas.microsoft.com/office/drawing/2014/main" id="{B7D886BE-120B-43AF-91EC-C209C4B54EA0}"/>
                </a:ext>
              </a:extLst>
            </p:cNvPr>
            <p:cNvSpPr txBox="1"/>
            <p:nvPr/>
          </p:nvSpPr>
          <p:spPr>
            <a:xfrm>
              <a:off x="90897" y="148962"/>
              <a:ext cx="4001941" cy="610407"/>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tIns="45719" rIns="45719" bIns="45719" numCol="1" anchor="ctr">
              <a:noAutofit/>
            </a:bodyPr>
            <a:lstStyle/>
            <a:p>
              <a:pPr algn="ctr">
                <a:defRPr sz="1600">
                  <a:latin typeface="游ゴシック体 ミディアム"/>
                  <a:ea typeface="游ゴシック体 ミディアム"/>
                  <a:cs typeface="游ゴシック体 ミディアム"/>
                  <a:sym typeface="游ゴシック体 ミディアム"/>
                </a:defRPr>
              </a:pPr>
              <a:r>
                <a:rPr lang="zh-CN" altLang="en-US" b="1" dirty="0">
                  <a:solidFill>
                    <a:schemeClr val="tx1">
                      <a:lumMod val="50000"/>
                      <a:lumOff val="50000"/>
                    </a:schemeClr>
                  </a:solidFill>
                  <a:latin typeface="Yu Gothic" panose="020B0400000000000000" pitchFamily="34" charset="-128"/>
                  <a:ea typeface="Yu Gothic" panose="020B0400000000000000" pitchFamily="34" charset="-128"/>
                </a:rPr>
                <a:t>學生組</a:t>
              </a:r>
              <a:endParaRPr b="1" dirty="0">
                <a:solidFill>
                  <a:schemeClr val="tx1">
                    <a:lumMod val="50000"/>
                    <a:lumOff val="50000"/>
                  </a:schemeClr>
                </a:solidFill>
                <a:latin typeface="Yu Gothic" panose="020B0400000000000000" pitchFamily="34" charset="-128"/>
                <a:ea typeface="Yu Gothic" panose="020B0400000000000000" pitchFamily="34" charset="-128"/>
              </a:endParaRPr>
            </a:p>
            <a:p>
              <a:pPr algn="ctr">
                <a:defRPr sz="1600">
                  <a:latin typeface="游ゴシック体 ミディアム"/>
                  <a:ea typeface="游ゴシック体 ミディアム"/>
                  <a:cs typeface="游ゴシック体 ミディアム"/>
                  <a:sym typeface="游ゴシック体 ミディアム"/>
                </a:defRPr>
              </a:pPr>
              <a:r>
                <a:rPr lang="en-US" altLang="zh-CN" b="1" dirty="0">
                  <a:solidFill>
                    <a:schemeClr val="tx1">
                      <a:lumMod val="50000"/>
                      <a:lumOff val="50000"/>
                    </a:schemeClr>
                  </a:solidFill>
                  <a:latin typeface="Yu Gothic" panose="020B0400000000000000" pitchFamily="34" charset="-128"/>
                  <a:ea typeface="Yu Gothic" panose="020B0400000000000000" pitchFamily="34" charset="-128"/>
                </a:rPr>
                <a:t>Student Stream</a:t>
              </a:r>
              <a:endParaRPr b="1" dirty="0">
                <a:solidFill>
                  <a:schemeClr val="tx1">
                    <a:lumMod val="50000"/>
                    <a:lumOff val="50000"/>
                  </a:schemeClr>
                </a:solidFill>
                <a:latin typeface="Yu Gothic" panose="020B0400000000000000" pitchFamily="34" charset="-128"/>
                <a:ea typeface="Yu Gothic" panose="020B0400000000000000" pitchFamily="34" charset="-128"/>
              </a:endParaRPr>
            </a:p>
          </p:txBody>
        </p:sp>
      </p:gr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8B279E1F-F6F9-4F66-A0EE-713B7A83F44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832" y="0"/>
            <a:ext cx="12192000" cy="6857999"/>
          </a:xfrm>
          <a:prstGeom prst="rect">
            <a:avLst/>
          </a:prstGeom>
        </p:spPr>
      </p:pic>
      <p:sp>
        <p:nvSpPr>
          <p:cNvPr id="2" name="Rectangle 1">
            <a:extLst>
              <a:ext uri="{FF2B5EF4-FFF2-40B4-BE49-F238E27FC236}">
                <a16:creationId xmlns:a16="http://schemas.microsoft.com/office/drawing/2014/main" id="{BD1F26A1-A67A-42AA-955E-96316CDE6B80}"/>
              </a:ext>
            </a:extLst>
          </p:cNvPr>
          <p:cNvSpPr/>
          <p:nvPr/>
        </p:nvSpPr>
        <p:spPr>
          <a:xfrm>
            <a:off x="1683657" y="0"/>
            <a:ext cx="10508343" cy="6858000"/>
          </a:xfrm>
          <a:prstGeom prst="rect">
            <a:avLst/>
          </a:prstGeom>
          <a:solidFill>
            <a:srgbClr val="FFFFFF"/>
          </a:solidFill>
          <a:ln w="12700" cap="flat">
            <a:solidFill>
              <a:schemeClr val="bg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zh-TW" altLang="en-US" sz="1800" b="0" i="0" u="none" strike="noStrike" cap="none" spc="0" normalizeH="0" baseline="0">
              <a:ln>
                <a:noFill/>
              </a:ln>
              <a:solidFill>
                <a:srgbClr val="000000"/>
              </a:solidFill>
              <a:effectLst/>
              <a:uFillTx/>
              <a:latin typeface="+mj-lt"/>
              <a:ea typeface="+mj-ea"/>
              <a:cs typeface="+mj-cs"/>
              <a:sym typeface="Calibri"/>
            </a:endParaRPr>
          </a:p>
        </p:txBody>
      </p:sp>
      <p:grpSp>
        <p:nvGrpSpPr>
          <p:cNvPr id="19" name="Group 18">
            <a:extLst>
              <a:ext uri="{FF2B5EF4-FFF2-40B4-BE49-F238E27FC236}">
                <a16:creationId xmlns:a16="http://schemas.microsoft.com/office/drawing/2014/main" id="{ADBD9EA0-80E5-4F81-82E8-D7C746BD08E8}"/>
              </a:ext>
            </a:extLst>
          </p:cNvPr>
          <p:cNvGrpSpPr/>
          <p:nvPr/>
        </p:nvGrpSpPr>
        <p:grpSpPr>
          <a:xfrm>
            <a:off x="1835619" y="4122731"/>
            <a:ext cx="10170303" cy="2604084"/>
            <a:chOff x="1835619" y="4122731"/>
            <a:chExt cx="10170303" cy="2604084"/>
          </a:xfrm>
        </p:grpSpPr>
        <p:sp>
          <p:nvSpPr>
            <p:cNvPr id="20" name="Rectangle 19">
              <a:extLst>
                <a:ext uri="{FF2B5EF4-FFF2-40B4-BE49-F238E27FC236}">
                  <a16:creationId xmlns:a16="http://schemas.microsoft.com/office/drawing/2014/main" id="{0712F063-E355-44C1-9DC4-319C56CA754E}"/>
                </a:ext>
              </a:extLst>
            </p:cNvPr>
            <p:cNvSpPr/>
            <p:nvPr/>
          </p:nvSpPr>
          <p:spPr>
            <a:xfrm>
              <a:off x="1835620" y="4122731"/>
              <a:ext cx="10170302" cy="2604084"/>
            </a:xfrm>
            <a:prstGeom prst="rect">
              <a:avLst/>
            </a:prstGeom>
            <a:solidFill>
              <a:srgbClr val="E9BFB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21" name="Rectangle 20">
              <a:extLst>
                <a:ext uri="{FF2B5EF4-FFF2-40B4-BE49-F238E27FC236}">
                  <a16:creationId xmlns:a16="http://schemas.microsoft.com/office/drawing/2014/main" id="{26D8E150-7CF0-489D-BA81-322ED8A2C4BC}"/>
                </a:ext>
              </a:extLst>
            </p:cNvPr>
            <p:cNvSpPr/>
            <p:nvPr/>
          </p:nvSpPr>
          <p:spPr>
            <a:xfrm>
              <a:off x="1835619" y="4334639"/>
              <a:ext cx="10170301" cy="2000548"/>
            </a:xfrm>
            <a:prstGeom prst="rect">
              <a:avLst/>
            </a:prstGeom>
          </p:spPr>
          <p:txBody>
            <a:bodyPr wrap="square">
              <a:spAutoFit/>
            </a:bodyPr>
            <a:lstStyle/>
            <a:p>
              <a:r>
                <a:rPr lang="en-US" altLang="zh-TW" sz="1600" b="1" dirty="0">
                  <a:solidFill>
                    <a:schemeClr val="tx1">
                      <a:lumMod val="65000"/>
                      <a:lumOff val="35000"/>
                    </a:schemeClr>
                  </a:solidFill>
                  <a:latin typeface="Yu Gothic" panose="020B0400000000000000" pitchFamily="34" charset="-128"/>
                  <a:ea typeface="Yu Gothic" panose="020B0400000000000000" pitchFamily="34" charset="-128"/>
                </a:rPr>
                <a:t>Other application technologies</a:t>
              </a:r>
              <a:r>
                <a:rPr lang="en-US" altLang="zh-CN" sz="1600" b="1" dirty="0">
                  <a:solidFill>
                    <a:schemeClr val="tx1">
                      <a:lumMod val="65000"/>
                      <a:lumOff val="35000"/>
                    </a:schemeClr>
                  </a:solidFill>
                  <a:latin typeface="Yu Gothic" panose="020B0400000000000000" pitchFamily="34" charset="-128"/>
                  <a:ea typeface="Yu Gothic" panose="020B0400000000000000" pitchFamily="34" charset="-128"/>
                </a:rPr>
                <a:t>:</a:t>
              </a:r>
              <a:r>
                <a:rPr lang="zh-CN" altLang="en-US" sz="1600" b="1" dirty="0">
                  <a:solidFill>
                    <a:schemeClr val="tx1">
                      <a:lumMod val="65000"/>
                      <a:lumOff val="35000"/>
                    </a:schemeClr>
                  </a:solidFill>
                  <a:latin typeface="Yu Gothic" panose="020B0400000000000000" pitchFamily="34" charset="-128"/>
                  <a:ea typeface="Yu Gothic" panose="020B0400000000000000" pitchFamily="34" charset="-128"/>
                </a:rPr>
                <a:t> </a:t>
              </a:r>
              <a:endParaRPr lang="en-US" altLang="zh-TW" sz="1200" b="1" dirty="0">
                <a:solidFill>
                  <a:schemeClr val="tx1">
                    <a:lumMod val="65000"/>
                    <a:lumOff val="35000"/>
                  </a:schemeClr>
                </a:solidFill>
                <a:latin typeface="Yu Gothic" panose="020B0400000000000000" pitchFamily="34" charset="-128"/>
                <a:ea typeface="Yu Gothic" panose="020B0400000000000000" pitchFamily="34" charset="-128"/>
              </a:endParaRPr>
            </a:p>
            <a:p>
              <a:endParaRPr lang="en-US" altLang="zh-TW" sz="1200" dirty="0">
                <a:solidFill>
                  <a:schemeClr val="tx1">
                    <a:lumMod val="65000"/>
                    <a:lumOff val="35000"/>
                  </a:schemeClr>
                </a:solidFill>
                <a:latin typeface="Yu Gothic" panose="020B0400000000000000" pitchFamily="34" charset="-128"/>
                <a:ea typeface="Yu Gothic" panose="020B0400000000000000" pitchFamily="34" charset="-128"/>
              </a:endParaRPr>
            </a:p>
            <a:p>
              <a:pPr marL="285750" lvl="8" indent="-285750">
                <a:buFont typeface="Arial" panose="020B0604020202020204" pitchFamily="34" charset="0"/>
                <a:buChar char="•"/>
              </a:pPr>
              <a:r>
                <a:rPr lang="en-HK" altLang="zh-TW" sz="1600" dirty="0">
                  <a:solidFill>
                    <a:schemeClr val="tx1">
                      <a:lumMod val="65000"/>
                      <a:lumOff val="35000"/>
                    </a:schemeClr>
                  </a:solidFill>
                  <a:latin typeface="Yu Gothic" panose="020B0400000000000000" pitchFamily="34" charset="-128"/>
                  <a:ea typeface="Yu Gothic" panose="020B0400000000000000" pitchFamily="34" charset="-128"/>
                </a:rPr>
                <a:t>Retrieval-Augmented Generation (RAG), </a:t>
              </a:r>
            </a:p>
            <a:p>
              <a:pPr marL="285750" lvl="8" indent="-285750">
                <a:buFont typeface="Arial" panose="020B0604020202020204" pitchFamily="34" charset="0"/>
                <a:buChar char="•"/>
              </a:pPr>
              <a:r>
                <a:rPr lang="en-HK" altLang="zh-TW" sz="1600" dirty="0">
                  <a:solidFill>
                    <a:schemeClr val="tx1">
                      <a:lumMod val="65000"/>
                      <a:lumOff val="35000"/>
                    </a:schemeClr>
                  </a:solidFill>
                  <a:latin typeface="Yu Gothic" panose="020B0400000000000000" pitchFamily="34" charset="-128"/>
                  <a:ea typeface="Yu Gothic" panose="020B0400000000000000" pitchFamily="34" charset="-128"/>
                </a:rPr>
                <a:t>Multi-Agent AI Orchestration, </a:t>
              </a:r>
            </a:p>
            <a:p>
              <a:pPr marL="285750" lvl="8" indent="-285750">
                <a:buFont typeface="Arial" panose="020B0604020202020204" pitchFamily="34" charset="0"/>
                <a:buChar char="•"/>
              </a:pPr>
              <a:r>
                <a:rPr lang="en-HK" altLang="zh-TW" sz="1600" dirty="0">
                  <a:solidFill>
                    <a:schemeClr val="tx1">
                      <a:lumMod val="65000"/>
                      <a:lumOff val="35000"/>
                    </a:schemeClr>
                  </a:solidFill>
                  <a:latin typeface="Yu Gothic" panose="020B0400000000000000" pitchFamily="34" charset="-128"/>
                  <a:ea typeface="Yu Gothic" panose="020B0400000000000000" pitchFamily="34" charset="-128"/>
                </a:rPr>
                <a:t>Vector Semantic Search, </a:t>
              </a:r>
            </a:p>
            <a:p>
              <a:pPr marL="285750" lvl="8" indent="-285750">
                <a:buFont typeface="Arial" panose="020B0604020202020204" pitchFamily="34" charset="0"/>
                <a:buChar char="•"/>
              </a:pPr>
              <a:r>
                <a:rPr lang="en-HK" altLang="zh-TW" sz="1600" dirty="0">
                  <a:solidFill>
                    <a:schemeClr val="tx1">
                      <a:lumMod val="65000"/>
                      <a:lumOff val="35000"/>
                    </a:schemeClr>
                  </a:solidFill>
                  <a:latin typeface="Yu Gothic" panose="020B0400000000000000" pitchFamily="34" charset="-128"/>
                  <a:ea typeface="Yu Gothic" panose="020B0400000000000000" pitchFamily="34" charset="-128"/>
                </a:rPr>
                <a:t>Natural Language Processing (NLP), </a:t>
              </a:r>
            </a:p>
            <a:p>
              <a:pPr marL="285750" lvl="8" indent="-285750">
                <a:buFont typeface="Arial" panose="020B0604020202020204" pitchFamily="34" charset="0"/>
                <a:buChar char="•"/>
              </a:pPr>
              <a:r>
                <a:rPr lang="en-HK" altLang="zh-TW" sz="1600" dirty="0">
                  <a:solidFill>
                    <a:schemeClr val="tx1">
                      <a:lumMod val="65000"/>
                      <a:lumOff val="35000"/>
                    </a:schemeClr>
                  </a:solidFill>
                  <a:latin typeface="Yu Gothic" panose="020B0400000000000000" pitchFamily="34" charset="-128"/>
                  <a:ea typeface="Yu Gothic" panose="020B0400000000000000" pitchFamily="34" charset="-128"/>
                </a:rPr>
                <a:t>Evidence Traceability &amp; AI Guardrails, </a:t>
              </a:r>
            </a:p>
            <a:p>
              <a:pPr marL="285750" lvl="8" indent="-285750">
                <a:buFont typeface="Arial" panose="020B0604020202020204" pitchFamily="34" charset="0"/>
                <a:buChar char="•"/>
              </a:pPr>
              <a:r>
                <a:rPr lang="en-HK" altLang="zh-TW" sz="1600" dirty="0">
                  <a:solidFill>
                    <a:schemeClr val="tx1">
                      <a:lumMod val="65000"/>
                      <a:lumOff val="35000"/>
                    </a:schemeClr>
                  </a:solidFill>
                  <a:latin typeface="Yu Gothic" panose="020B0400000000000000" pitchFamily="34" charset="-128"/>
                  <a:ea typeface="Yu Gothic" panose="020B0400000000000000" pitchFamily="34" charset="-128"/>
                </a:rPr>
                <a:t>Real-time Financial Data Integration</a:t>
              </a:r>
              <a:endParaRPr lang="zh-TW" altLang="en-US" sz="1600" dirty="0">
                <a:solidFill>
                  <a:schemeClr val="tx1">
                    <a:lumMod val="65000"/>
                    <a:lumOff val="35000"/>
                  </a:schemeClr>
                </a:solidFill>
                <a:latin typeface="Yu Gothic" panose="020B0400000000000000" pitchFamily="34" charset="-128"/>
                <a:ea typeface="Yu Gothic" panose="020B0400000000000000" pitchFamily="34" charset="-128"/>
              </a:endParaRPr>
            </a:p>
          </p:txBody>
        </p:sp>
      </p:grpSp>
      <p:grpSp>
        <p:nvGrpSpPr>
          <p:cNvPr id="22" name="Group 21">
            <a:extLst>
              <a:ext uri="{FF2B5EF4-FFF2-40B4-BE49-F238E27FC236}">
                <a16:creationId xmlns:a16="http://schemas.microsoft.com/office/drawing/2014/main" id="{4B3BD04B-70C1-4212-929D-37D945891AAB}"/>
              </a:ext>
            </a:extLst>
          </p:cNvPr>
          <p:cNvGrpSpPr/>
          <p:nvPr/>
        </p:nvGrpSpPr>
        <p:grpSpPr>
          <a:xfrm>
            <a:off x="1835620" y="509951"/>
            <a:ext cx="8206554" cy="1534459"/>
            <a:chOff x="1835620" y="332399"/>
            <a:chExt cx="8206554" cy="1534459"/>
          </a:xfrm>
        </p:grpSpPr>
        <p:sp>
          <p:nvSpPr>
            <p:cNvPr id="23" name="Rectangle 25">
              <a:extLst>
                <a:ext uri="{FF2B5EF4-FFF2-40B4-BE49-F238E27FC236}">
                  <a16:creationId xmlns:a16="http://schemas.microsoft.com/office/drawing/2014/main" id="{1B26D309-AF34-425E-A7CB-BFF4EB9CC853}"/>
                </a:ext>
              </a:extLst>
            </p:cNvPr>
            <p:cNvSpPr/>
            <p:nvPr/>
          </p:nvSpPr>
          <p:spPr>
            <a:xfrm>
              <a:off x="1835620" y="332399"/>
              <a:ext cx="6981357" cy="646331"/>
            </a:xfrm>
            <a:prstGeom prst="rect">
              <a:avLst/>
            </a:prstGeom>
          </p:spPr>
          <p:txBody>
            <a:bodyPr wrap="square">
              <a:spAutoFit/>
            </a:bodyPr>
            <a:lstStyle/>
            <a:p>
              <a:pPr lvl="0" algn="just"/>
              <a:r>
                <a:rPr lang="zh-TW" altLang="zh-TW" b="1" kern="100" dirty="0">
                  <a:solidFill>
                    <a:srgbClr val="222222"/>
                  </a:solidFill>
                  <a:latin typeface="Yu Gothic" panose="020B0400000000000000" pitchFamily="34" charset="-128"/>
                  <a:ea typeface="Yu Gothic" panose="020B0400000000000000" pitchFamily="34" charset="-128"/>
                  <a:cs typeface="Courier New" panose="02070309020205020404" pitchFamily="49" charset="0"/>
                </a:rPr>
                <a:t>比賽主題</a:t>
              </a:r>
              <a:r>
                <a:rPr lang="zh-TW" altLang="en-US" b="1" kern="100" dirty="0">
                  <a:solidFill>
                    <a:srgbClr val="222222"/>
                  </a:solidFill>
                  <a:latin typeface="Yu Gothic" panose="020B0400000000000000" pitchFamily="34" charset="-128"/>
                  <a:ea typeface="Yu Gothic" panose="020B0400000000000000" pitchFamily="34" charset="-128"/>
                  <a:cs typeface="Courier New" panose="02070309020205020404" pitchFamily="49" charset="0"/>
                </a:rPr>
                <a:t>：</a:t>
              </a:r>
              <a:r>
                <a:rPr lang="zh-CN" altLang="en-US" b="1" kern="100" dirty="0">
                  <a:solidFill>
                    <a:srgbClr val="222222"/>
                  </a:solidFill>
                  <a:latin typeface="Yu Gothic" panose="020B0400000000000000" pitchFamily="34" charset="-128"/>
                  <a:ea typeface="Yu Gothic" panose="020B0400000000000000" pitchFamily="34" charset="-128"/>
                  <a:cs typeface="Courier New" panose="02070309020205020404" pitchFamily="49" charset="0"/>
                </a:rPr>
                <a:t>科技</a:t>
              </a:r>
              <a:r>
                <a:rPr lang="zh-TW" altLang="en-US" b="1" kern="100" dirty="0">
                  <a:solidFill>
                    <a:srgbClr val="222222"/>
                  </a:solidFill>
                  <a:latin typeface="Yu Gothic" panose="020B0400000000000000" pitchFamily="34" charset="-128"/>
                  <a:ea typeface="Yu Gothic" panose="020B0400000000000000" pitchFamily="34" charset="-128"/>
                  <a:cs typeface="Courier New" panose="02070309020205020404" pitchFamily="49" charset="0"/>
                </a:rPr>
                <a:t>（至少選其一）</a:t>
              </a:r>
              <a:endParaRPr lang="en-US" altLang="zh-TW" sz="1200" kern="100" dirty="0">
                <a:latin typeface="Yu Gothic" panose="020B0400000000000000" pitchFamily="34" charset="-128"/>
                <a:ea typeface="Yu Gothic" panose="020B0400000000000000" pitchFamily="34" charset="-128"/>
                <a:cs typeface="Cordia New"/>
              </a:endParaRPr>
            </a:p>
            <a:p>
              <a:pPr lvl="0" algn="just"/>
              <a:r>
                <a:rPr lang="en-US" altLang="zh-TW" b="1" dirty="0">
                  <a:latin typeface="Yu Gothic" panose="020B0400000000000000" pitchFamily="34" charset="-128"/>
                  <a:ea typeface="Yu Gothic" panose="020B0400000000000000" pitchFamily="34" charset="-128"/>
                </a:rPr>
                <a:t>Theme</a:t>
              </a:r>
              <a:r>
                <a:rPr lang="zh-TW" altLang="en-US" b="1" dirty="0">
                  <a:latin typeface="Yu Gothic" panose="020B0400000000000000" pitchFamily="34" charset="-128"/>
                  <a:ea typeface="Yu Gothic" panose="020B0400000000000000" pitchFamily="34" charset="-128"/>
                </a:rPr>
                <a:t>：</a:t>
              </a:r>
              <a:r>
                <a:rPr lang="en-US" altLang="zh-TW" b="1" dirty="0">
                  <a:latin typeface="Yu Gothic" panose="020B0400000000000000" pitchFamily="34" charset="-128"/>
                  <a:ea typeface="Yu Gothic" panose="020B0400000000000000" pitchFamily="34" charset="-128"/>
                </a:rPr>
                <a:t>Technology (Choose at least one)</a:t>
              </a:r>
              <a:endParaRPr lang="zh-TW" altLang="zh-TW" kern="100" dirty="0">
                <a:latin typeface="Yu Gothic" panose="020B0400000000000000" pitchFamily="34" charset="-128"/>
                <a:ea typeface="Yu Gothic" panose="020B0400000000000000" pitchFamily="34" charset="-128"/>
                <a:cs typeface="Cordia New"/>
              </a:endParaRPr>
            </a:p>
          </p:txBody>
        </p:sp>
        <p:grpSp>
          <p:nvGrpSpPr>
            <p:cNvPr id="24" name="Group 23">
              <a:extLst>
                <a:ext uri="{FF2B5EF4-FFF2-40B4-BE49-F238E27FC236}">
                  <a16:creationId xmlns:a16="http://schemas.microsoft.com/office/drawing/2014/main" id="{582F8DD2-ACED-48F6-9961-FCA184FF17C4}"/>
                </a:ext>
              </a:extLst>
            </p:cNvPr>
            <p:cNvGrpSpPr/>
            <p:nvPr/>
          </p:nvGrpSpPr>
          <p:grpSpPr>
            <a:xfrm>
              <a:off x="1835620" y="962188"/>
              <a:ext cx="8206554" cy="904670"/>
              <a:chOff x="1880435" y="962188"/>
              <a:chExt cx="8206554" cy="904670"/>
            </a:xfrm>
          </p:grpSpPr>
          <p:grpSp>
            <p:nvGrpSpPr>
              <p:cNvPr id="25" name="Group 24">
                <a:extLst>
                  <a:ext uri="{FF2B5EF4-FFF2-40B4-BE49-F238E27FC236}">
                    <a16:creationId xmlns:a16="http://schemas.microsoft.com/office/drawing/2014/main" id="{60637F89-D4E8-4F98-AFE3-8A72F5CA8357}"/>
                  </a:ext>
                </a:extLst>
              </p:cNvPr>
              <p:cNvGrpSpPr/>
              <p:nvPr/>
            </p:nvGrpSpPr>
            <p:grpSpPr>
              <a:xfrm>
                <a:off x="1880435" y="974306"/>
                <a:ext cx="2457034" cy="892552"/>
                <a:chOff x="1880435" y="984909"/>
                <a:chExt cx="2457034" cy="892552"/>
              </a:xfrm>
            </p:grpSpPr>
            <p:sp>
              <p:nvSpPr>
                <p:cNvPr id="32" name="Rectangle 45">
                  <a:extLst>
                    <a:ext uri="{FF2B5EF4-FFF2-40B4-BE49-F238E27FC236}">
                      <a16:creationId xmlns:a16="http://schemas.microsoft.com/office/drawing/2014/main" id="{3D082A63-1C95-44AF-8717-421217D9B208}"/>
                    </a:ext>
                  </a:extLst>
                </p:cNvPr>
                <p:cNvSpPr/>
                <p:nvPr/>
              </p:nvSpPr>
              <p:spPr>
                <a:xfrm>
                  <a:off x="1880435" y="1035652"/>
                  <a:ext cx="266062" cy="260428"/>
                </a:xfrm>
                <a:prstGeom prst="rect">
                  <a:avLst/>
                </a:prstGeom>
                <a:solidFill>
                  <a:schemeClr val="bg1"/>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u="sng" dirty="0">
                      <a:solidFill>
                        <a:schemeClr val="tx1"/>
                      </a:solidFill>
                      <a:uFill>
                        <a:solidFill>
                          <a:schemeClr val="bg1"/>
                        </a:solidFill>
                      </a:uFill>
                    </a:rPr>
                    <a:t>✓</a:t>
                  </a:r>
                  <a:endParaRPr lang="zh-TW" altLang="en-US" u="sng" dirty="0">
                    <a:solidFill>
                      <a:schemeClr val="tx1"/>
                    </a:solidFill>
                    <a:uFill>
                      <a:solidFill>
                        <a:schemeClr val="bg1"/>
                      </a:solidFill>
                    </a:uFill>
                  </a:endParaRPr>
                </a:p>
              </p:txBody>
            </p:sp>
            <p:sp>
              <p:nvSpPr>
                <p:cNvPr id="33" name="TextBox 44">
                  <a:extLst>
                    <a:ext uri="{FF2B5EF4-FFF2-40B4-BE49-F238E27FC236}">
                      <a16:creationId xmlns:a16="http://schemas.microsoft.com/office/drawing/2014/main" id="{08B5AF8B-3E60-4E1E-BBFF-F396ED79F3C0}"/>
                    </a:ext>
                  </a:extLst>
                </p:cNvPr>
                <p:cNvSpPr txBox="1"/>
                <p:nvPr/>
              </p:nvSpPr>
              <p:spPr>
                <a:xfrm>
                  <a:off x="2172353" y="984909"/>
                  <a:ext cx="2165116" cy="892552"/>
                </a:xfrm>
                <a:prstGeom prst="rect">
                  <a:avLst/>
                </a:prstGeom>
                <a:noFill/>
              </p:spPr>
              <p:txBody>
                <a:bodyPr wrap="square" rtlCol="0">
                  <a:spAutoFit/>
                </a:bodyPr>
                <a:lstStyle/>
                <a:p>
                  <a:r>
                    <a:rPr lang="zh-CN" altLang="en-US" sz="2000" dirty="0">
                      <a:latin typeface="Yu Gothic" panose="020B0400000000000000" pitchFamily="34" charset="-128"/>
                      <a:ea typeface="Yu Gothic" panose="020B0400000000000000" pitchFamily="34" charset="-128"/>
                    </a:rPr>
                    <a:t>生成式</a:t>
                  </a:r>
                  <a:r>
                    <a:rPr lang="en-US" altLang="zh-TW" sz="2000" dirty="0">
                      <a:latin typeface="Yu Gothic" panose="020B0400000000000000" pitchFamily="34" charset="-128"/>
                      <a:ea typeface="Yu Gothic" panose="020B0400000000000000" pitchFamily="34" charset="-128"/>
                    </a:rPr>
                    <a:t>AI</a:t>
                  </a:r>
                  <a:endParaRPr lang="en-US" altLang="zh-CN" sz="2000" dirty="0">
                    <a:latin typeface="Yu Gothic" panose="020B0400000000000000" pitchFamily="34" charset="-128"/>
                    <a:ea typeface="Yu Gothic" panose="020B0400000000000000" pitchFamily="34" charset="-128"/>
                  </a:endParaRPr>
                </a:p>
                <a:p>
                  <a:r>
                    <a:rPr lang="en-US" altLang="zh-TW" sz="1600" dirty="0">
                      <a:latin typeface="Yu Gothic" panose="020B0400000000000000" pitchFamily="34" charset="-128"/>
                      <a:ea typeface="Yu Gothic" panose="020B0400000000000000" pitchFamily="34" charset="-128"/>
                    </a:rPr>
                    <a:t>Generative </a:t>
                  </a:r>
                </a:p>
                <a:p>
                  <a:r>
                    <a:rPr lang="en-US" altLang="zh-TW" sz="1600" dirty="0">
                      <a:latin typeface="Yu Gothic" panose="020B0400000000000000" pitchFamily="34" charset="-128"/>
                      <a:ea typeface="Yu Gothic" panose="020B0400000000000000" pitchFamily="34" charset="-128"/>
                    </a:rPr>
                    <a:t>A</a:t>
                  </a:r>
                  <a:r>
                    <a:rPr lang="en-US" altLang="zh-CN" sz="1600" dirty="0">
                      <a:latin typeface="Yu Gothic" panose="020B0400000000000000" pitchFamily="34" charset="-128"/>
                      <a:ea typeface="Yu Gothic" panose="020B0400000000000000" pitchFamily="34" charset="-128"/>
                    </a:rPr>
                    <a:t>rtificial Intelligence</a:t>
                  </a:r>
                  <a:endParaRPr lang="en-US" altLang="zh-TW" sz="1600" dirty="0">
                    <a:latin typeface="Yu Gothic" panose="020B0400000000000000" pitchFamily="34" charset="-128"/>
                    <a:ea typeface="Yu Gothic" panose="020B0400000000000000" pitchFamily="34" charset="-128"/>
                  </a:endParaRPr>
                </a:p>
              </p:txBody>
            </p:sp>
          </p:grpSp>
          <p:grpSp>
            <p:nvGrpSpPr>
              <p:cNvPr id="26" name="Group 25">
                <a:extLst>
                  <a:ext uri="{FF2B5EF4-FFF2-40B4-BE49-F238E27FC236}">
                    <a16:creationId xmlns:a16="http://schemas.microsoft.com/office/drawing/2014/main" id="{B088B7F9-B8AF-4075-ACCC-C3CA0F2FF0E5}"/>
                  </a:ext>
                </a:extLst>
              </p:cNvPr>
              <p:cNvGrpSpPr/>
              <p:nvPr/>
            </p:nvGrpSpPr>
            <p:grpSpPr>
              <a:xfrm>
                <a:off x="4489432" y="962188"/>
                <a:ext cx="2895545" cy="646331"/>
                <a:chOff x="4587821" y="986211"/>
                <a:chExt cx="2895545" cy="646331"/>
              </a:xfrm>
            </p:grpSpPr>
            <p:sp>
              <p:nvSpPr>
                <p:cNvPr id="30" name="Rectangle 45">
                  <a:extLst>
                    <a:ext uri="{FF2B5EF4-FFF2-40B4-BE49-F238E27FC236}">
                      <a16:creationId xmlns:a16="http://schemas.microsoft.com/office/drawing/2014/main" id="{13E6B50D-BEE4-40E6-A781-D9B5800548CC}"/>
                    </a:ext>
                  </a:extLst>
                </p:cNvPr>
                <p:cNvSpPr/>
                <p:nvPr/>
              </p:nvSpPr>
              <p:spPr>
                <a:xfrm>
                  <a:off x="4587821" y="1049070"/>
                  <a:ext cx="302400" cy="259200"/>
                </a:xfrm>
                <a:prstGeom prst="rect">
                  <a:avLst/>
                </a:prstGeom>
                <a:solidFill>
                  <a:schemeClr val="bg1"/>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31" name="TextBox 44">
                  <a:extLst>
                    <a:ext uri="{FF2B5EF4-FFF2-40B4-BE49-F238E27FC236}">
                      <a16:creationId xmlns:a16="http://schemas.microsoft.com/office/drawing/2014/main" id="{118D801F-0B67-487B-82A9-B135C92F5E76}"/>
                    </a:ext>
                  </a:extLst>
                </p:cNvPr>
                <p:cNvSpPr txBox="1"/>
                <p:nvPr/>
              </p:nvSpPr>
              <p:spPr>
                <a:xfrm>
                  <a:off x="4901894" y="986211"/>
                  <a:ext cx="2581472" cy="646331"/>
                </a:xfrm>
                <a:prstGeom prst="rect">
                  <a:avLst/>
                </a:prstGeom>
                <a:noFill/>
              </p:spPr>
              <p:txBody>
                <a:bodyPr wrap="square" rtlCol="0">
                  <a:spAutoFit/>
                </a:bodyPr>
                <a:lstStyle/>
                <a:p>
                  <a:r>
                    <a:rPr lang="zh-CN" altLang="en-US" sz="2000" dirty="0">
                      <a:latin typeface="Yu Gothic" panose="020B0400000000000000" pitchFamily="34" charset="-128"/>
                      <a:ea typeface="Yu Gothic" panose="020B0400000000000000" pitchFamily="34" charset="-128"/>
                    </a:rPr>
                    <a:t>區塊鏈</a:t>
                  </a:r>
                  <a:endParaRPr lang="en-US" altLang="zh-CN" sz="2000" dirty="0">
                    <a:latin typeface="Yu Gothic" panose="020B0400000000000000" pitchFamily="34" charset="-128"/>
                    <a:ea typeface="Yu Gothic" panose="020B0400000000000000" pitchFamily="34" charset="-128"/>
                  </a:endParaRPr>
                </a:p>
                <a:p>
                  <a:r>
                    <a:rPr lang="en-US" altLang="zh-TW" sz="1600" dirty="0">
                      <a:latin typeface="Yu Gothic" panose="020B0400000000000000" pitchFamily="34" charset="-128"/>
                      <a:ea typeface="Yu Gothic" panose="020B0400000000000000" pitchFamily="34" charset="-128"/>
                    </a:rPr>
                    <a:t>Blockchain</a:t>
                  </a:r>
                </a:p>
              </p:txBody>
            </p:sp>
          </p:grpSp>
          <p:grpSp>
            <p:nvGrpSpPr>
              <p:cNvPr id="27" name="Group 26">
                <a:extLst>
                  <a:ext uri="{FF2B5EF4-FFF2-40B4-BE49-F238E27FC236}">
                    <a16:creationId xmlns:a16="http://schemas.microsoft.com/office/drawing/2014/main" id="{0B044EF2-C1A5-4A63-A1E2-3A277342296F}"/>
                  </a:ext>
                </a:extLst>
              </p:cNvPr>
              <p:cNvGrpSpPr/>
              <p:nvPr/>
            </p:nvGrpSpPr>
            <p:grpSpPr>
              <a:xfrm>
                <a:off x="6991474" y="974306"/>
                <a:ext cx="3095515" cy="646331"/>
                <a:chOff x="4118085" y="998329"/>
                <a:chExt cx="3095515" cy="646331"/>
              </a:xfrm>
            </p:grpSpPr>
            <p:sp>
              <p:nvSpPr>
                <p:cNvPr id="28" name="Rectangle 45">
                  <a:extLst>
                    <a:ext uri="{FF2B5EF4-FFF2-40B4-BE49-F238E27FC236}">
                      <a16:creationId xmlns:a16="http://schemas.microsoft.com/office/drawing/2014/main" id="{CEE6BF54-4EC0-476D-AAA6-1969E3B85D28}"/>
                    </a:ext>
                  </a:extLst>
                </p:cNvPr>
                <p:cNvSpPr/>
                <p:nvPr/>
              </p:nvSpPr>
              <p:spPr>
                <a:xfrm>
                  <a:off x="4118085" y="1049072"/>
                  <a:ext cx="313200" cy="260428"/>
                </a:xfrm>
                <a:prstGeom prst="rect">
                  <a:avLst/>
                </a:prstGeom>
                <a:solidFill>
                  <a:schemeClr val="bg1"/>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u="sng" dirty="0">
                      <a:solidFill>
                        <a:schemeClr val="tx1"/>
                      </a:solidFill>
                      <a:uFill>
                        <a:solidFill>
                          <a:schemeClr val="bg1"/>
                        </a:solidFill>
                      </a:uFill>
                    </a:rPr>
                    <a:t>✓</a:t>
                  </a:r>
                  <a:endParaRPr lang="zh-TW" altLang="en-US" u="sng" dirty="0">
                    <a:solidFill>
                      <a:schemeClr val="tx1"/>
                    </a:solidFill>
                    <a:uFill>
                      <a:solidFill>
                        <a:schemeClr val="bg1"/>
                      </a:solidFill>
                    </a:uFill>
                  </a:endParaRPr>
                </a:p>
              </p:txBody>
            </p:sp>
            <p:sp>
              <p:nvSpPr>
                <p:cNvPr id="29" name="TextBox 44">
                  <a:extLst>
                    <a:ext uri="{FF2B5EF4-FFF2-40B4-BE49-F238E27FC236}">
                      <a16:creationId xmlns:a16="http://schemas.microsoft.com/office/drawing/2014/main" id="{FE92D8B0-AFC6-4EFE-8FD4-CC48179B8F02}"/>
                    </a:ext>
                  </a:extLst>
                </p:cNvPr>
                <p:cNvSpPr txBox="1"/>
                <p:nvPr/>
              </p:nvSpPr>
              <p:spPr>
                <a:xfrm>
                  <a:off x="4435858" y="998329"/>
                  <a:ext cx="2777742" cy="646331"/>
                </a:xfrm>
                <a:prstGeom prst="rect">
                  <a:avLst/>
                </a:prstGeom>
                <a:noFill/>
              </p:spPr>
              <p:txBody>
                <a:bodyPr wrap="square" rtlCol="0">
                  <a:spAutoFit/>
                </a:bodyPr>
                <a:lstStyle/>
                <a:p>
                  <a:r>
                    <a:rPr lang="zh-CN" altLang="en-US" sz="2000" dirty="0">
                      <a:latin typeface="Yu Gothic" panose="020B0400000000000000" pitchFamily="34" charset="-128"/>
                      <a:ea typeface="Yu Gothic" panose="020B0400000000000000" pitchFamily="34" charset="-128"/>
                    </a:rPr>
                    <a:t>大數據</a:t>
                  </a:r>
                  <a:endParaRPr lang="en-US" altLang="zh-CN" sz="2000" dirty="0">
                    <a:latin typeface="Yu Gothic" panose="020B0400000000000000" pitchFamily="34" charset="-128"/>
                    <a:ea typeface="Yu Gothic" panose="020B0400000000000000" pitchFamily="34" charset="-128"/>
                  </a:endParaRPr>
                </a:p>
                <a:p>
                  <a:r>
                    <a:rPr lang="en-US" altLang="zh-TW" sz="1600" dirty="0">
                      <a:latin typeface="Yu Gothic" panose="020B0400000000000000" pitchFamily="34" charset="-128"/>
                      <a:ea typeface="Yu Gothic" panose="020B0400000000000000" pitchFamily="34" charset="-128"/>
                    </a:rPr>
                    <a:t>Big Data</a:t>
                  </a:r>
                </a:p>
              </p:txBody>
            </p:sp>
          </p:grpSp>
        </p:grpSp>
      </p:grpSp>
      <p:grpSp>
        <p:nvGrpSpPr>
          <p:cNvPr id="34" name="Group 33">
            <a:extLst>
              <a:ext uri="{FF2B5EF4-FFF2-40B4-BE49-F238E27FC236}">
                <a16:creationId xmlns:a16="http://schemas.microsoft.com/office/drawing/2014/main" id="{20BFBF95-E989-4F0C-B3A6-B0A2FE98EB21}"/>
              </a:ext>
            </a:extLst>
          </p:cNvPr>
          <p:cNvGrpSpPr/>
          <p:nvPr/>
        </p:nvGrpSpPr>
        <p:grpSpPr>
          <a:xfrm>
            <a:off x="1835620" y="2175810"/>
            <a:ext cx="10210477" cy="2027001"/>
            <a:chOff x="1835620" y="2228121"/>
            <a:chExt cx="10210477" cy="2027001"/>
          </a:xfrm>
        </p:grpSpPr>
        <p:sp>
          <p:nvSpPr>
            <p:cNvPr id="35" name="Rectangle 34">
              <a:extLst>
                <a:ext uri="{FF2B5EF4-FFF2-40B4-BE49-F238E27FC236}">
                  <a16:creationId xmlns:a16="http://schemas.microsoft.com/office/drawing/2014/main" id="{021B3977-739E-4C4F-AF6B-476E34EBB35D}"/>
                </a:ext>
              </a:extLst>
            </p:cNvPr>
            <p:cNvSpPr/>
            <p:nvPr/>
          </p:nvSpPr>
          <p:spPr>
            <a:xfrm>
              <a:off x="1835620" y="2228121"/>
              <a:ext cx="6981357" cy="646331"/>
            </a:xfrm>
            <a:prstGeom prst="rect">
              <a:avLst/>
            </a:prstGeom>
          </p:spPr>
          <p:txBody>
            <a:bodyPr wrap="square">
              <a:spAutoFit/>
            </a:bodyPr>
            <a:lstStyle/>
            <a:p>
              <a:pPr lvl="0" algn="just"/>
              <a:r>
                <a:rPr lang="zh-TW" altLang="zh-TW" b="1" kern="100" dirty="0">
                  <a:solidFill>
                    <a:srgbClr val="222222"/>
                  </a:solidFill>
                  <a:latin typeface="Yu Gothic" panose="020B0400000000000000" pitchFamily="34" charset="-128"/>
                  <a:ea typeface="Yu Gothic" panose="020B0400000000000000" pitchFamily="34" charset="-128"/>
                  <a:cs typeface="Courier New" panose="02070309020205020404" pitchFamily="49" charset="0"/>
                </a:rPr>
                <a:t>比賽</a:t>
              </a:r>
              <a:r>
                <a:rPr lang="zh-TW" altLang="en-US" b="1" kern="100" dirty="0">
                  <a:solidFill>
                    <a:srgbClr val="222222"/>
                  </a:solidFill>
                  <a:latin typeface="Yu Gothic" panose="020B0400000000000000" pitchFamily="34" charset="-128"/>
                  <a:ea typeface="Yu Gothic" panose="020B0400000000000000" pitchFamily="34" charset="-128"/>
                  <a:cs typeface="Courier New" panose="02070309020205020404" pitchFamily="49" charset="0"/>
                </a:rPr>
                <a:t>場景</a:t>
              </a:r>
              <a:r>
                <a:rPr lang="zh-CN" altLang="en-US" b="1" kern="100" dirty="0">
                  <a:solidFill>
                    <a:srgbClr val="222222"/>
                  </a:solidFill>
                  <a:latin typeface="Yu Gothic" panose="020B0400000000000000" pitchFamily="34" charset="-128"/>
                  <a:ea typeface="Yu Gothic" panose="020B0400000000000000" pitchFamily="34" charset="-128"/>
                  <a:cs typeface="Courier New" panose="02070309020205020404" pitchFamily="49" charset="0"/>
                </a:rPr>
                <a:t>：金融</a:t>
              </a:r>
              <a:r>
                <a:rPr lang="zh-TW" altLang="en-US" b="1" kern="100" dirty="0">
                  <a:solidFill>
                    <a:srgbClr val="222222"/>
                  </a:solidFill>
                  <a:latin typeface="Yu Gothic" panose="020B0400000000000000" pitchFamily="34" charset="-128"/>
                  <a:ea typeface="Yu Gothic" panose="020B0400000000000000" pitchFamily="34" charset="-128"/>
                  <a:cs typeface="Courier New" panose="02070309020205020404" pitchFamily="49" charset="0"/>
                </a:rPr>
                <a:t>（至少選其一）</a:t>
              </a:r>
              <a:endParaRPr lang="en-US" altLang="zh-TW" sz="1200" kern="100" dirty="0">
                <a:latin typeface="Yu Gothic" panose="020B0400000000000000" pitchFamily="34" charset="-128"/>
                <a:ea typeface="Yu Gothic" panose="020B0400000000000000" pitchFamily="34" charset="-128"/>
                <a:cs typeface="Cordia New"/>
              </a:endParaRPr>
            </a:p>
            <a:p>
              <a:pPr lvl="0" algn="just"/>
              <a:r>
                <a:rPr lang="en-US" altLang="zh-TW" b="1" dirty="0">
                  <a:latin typeface="Yu Gothic" panose="020B0400000000000000" pitchFamily="34" charset="-128"/>
                  <a:ea typeface="Yu Gothic" panose="020B0400000000000000" pitchFamily="34" charset="-128"/>
                </a:rPr>
                <a:t>Scenario: Finance (Choose at least one)</a:t>
              </a:r>
              <a:endParaRPr lang="zh-TW" altLang="zh-TW" kern="100" dirty="0">
                <a:latin typeface="Yu Gothic" panose="020B0400000000000000" pitchFamily="34" charset="-128"/>
                <a:ea typeface="Yu Gothic" panose="020B0400000000000000" pitchFamily="34" charset="-128"/>
                <a:cs typeface="Cordia New"/>
              </a:endParaRPr>
            </a:p>
          </p:txBody>
        </p:sp>
        <p:grpSp>
          <p:nvGrpSpPr>
            <p:cNvPr id="36" name="Group 35">
              <a:extLst>
                <a:ext uri="{FF2B5EF4-FFF2-40B4-BE49-F238E27FC236}">
                  <a16:creationId xmlns:a16="http://schemas.microsoft.com/office/drawing/2014/main" id="{AB9357A7-2ED8-4E3A-9D47-551EEA37C176}"/>
                </a:ext>
              </a:extLst>
            </p:cNvPr>
            <p:cNvGrpSpPr/>
            <p:nvPr/>
          </p:nvGrpSpPr>
          <p:grpSpPr>
            <a:xfrm>
              <a:off x="1835620" y="3054793"/>
              <a:ext cx="10210477" cy="1200329"/>
              <a:chOff x="1880435" y="3054793"/>
              <a:chExt cx="10210477" cy="1200329"/>
            </a:xfrm>
          </p:grpSpPr>
          <p:grpSp>
            <p:nvGrpSpPr>
              <p:cNvPr id="37" name="Group 36">
                <a:extLst>
                  <a:ext uri="{FF2B5EF4-FFF2-40B4-BE49-F238E27FC236}">
                    <a16:creationId xmlns:a16="http://schemas.microsoft.com/office/drawing/2014/main" id="{E479F52A-EEEB-42C1-B78C-024D6A10CD80}"/>
                  </a:ext>
                </a:extLst>
              </p:cNvPr>
              <p:cNvGrpSpPr/>
              <p:nvPr/>
            </p:nvGrpSpPr>
            <p:grpSpPr>
              <a:xfrm>
                <a:off x="1880435" y="3062312"/>
                <a:ext cx="2066728" cy="892552"/>
                <a:chOff x="1880435" y="1197974"/>
                <a:chExt cx="2066728" cy="892552"/>
              </a:xfrm>
            </p:grpSpPr>
            <p:sp>
              <p:nvSpPr>
                <p:cNvPr id="50" name="Rectangle 45">
                  <a:extLst>
                    <a:ext uri="{FF2B5EF4-FFF2-40B4-BE49-F238E27FC236}">
                      <a16:creationId xmlns:a16="http://schemas.microsoft.com/office/drawing/2014/main" id="{EBA3BB7A-AE36-4C89-805B-84EEDE2FC408}"/>
                    </a:ext>
                  </a:extLst>
                </p:cNvPr>
                <p:cNvSpPr/>
                <p:nvPr/>
              </p:nvSpPr>
              <p:spPr>
                <a:xfrm>
                  <a:off x="1880435" y="1281460"/>
                  <a:ext cx="266062" cy="259200"/>
                </a:xfrm>
                <a:prstGeom prst="rect">
                  <a:avLst/>
                </a:prstGeom>
                <a:solidFill>
                  <a:schemeClr val="bg1"/>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u="sng" dirty="0">
                      <a:solidFill>
                        <a:schemeClr val="tx1"/>
                      </a:solidFill>
                      <a:uFill>
                        <a:solidFill>
                          <a:schemeClr val="bg1"/>
                        </a:solidFill>
                      </a:uFill>
                    </a:rPr>
                    <a:t>✓</a:t>
                  </a:r>
                  <a:endParaRPr lang="zh-TW" altLang="en-US" u="sng" dirty="0">
                    <a:solidFill>
                      <a:schemeClr val="tx1"/>
                    </a:solidFill>
                    <a:uFill>
                      <a:solidFill>
                        <a:schemeClr val="bg1"/>
                      </a:solidFill>
                    </a:uFill>
                  </a:endParaRPr>
                </a:p>
              </p:txBody>
            </p:sp>
            <p:sp>
              <p:nvSpPr>
                <p:cNvPr id="51" name="TextBox 44">
                  <a:extLst>
                    <a:ext uri="{FF2B5EF4-FFF2-40B4-BE49-F238E27FC236}">
                      <a16:creationId xmlns:a16="http://schemas.microsoft.com/office/drawing/2014/main" id="{CCBA1C97-818A-4F63-B196-D0EA3E0A9B30}"/>
                    </a:ext>
                  </a:extLst>
                </p:cNvPr>
                <p:cNvSpPr txBox="1"/>
                <p:nvPr/>
              </p:nvSpPr>
              <p:spPr>
                <a:xfrm>
                  <a:off x="2172353" y="1197974"/>
                  <a:ext cx="1774810" cy="892552"/>
                </a:xfrm>
                <a:prstGeom prst="rect">
                  <a:avLst/>
                </a:prstGeom>
                <a:noFill/>
              </p:spPr>
              <p:txBody>
                <a:bodyPr wrap="square" rtlCol="0">
                  <a:spAutoFit/>
                </a:bodyPr>
                <a:lstStyle/>
                <a:p>
                  <a:r>
                    <a:rPr lang="zh-TW" altLang="en-US" sz="2000" dirty="0">
                      <a:latin typeface="Yu Gothic" panose="020B0400000000000000" pitchFamily="34" charset="-128"/>
                      <a:ea typeface="Yu Gothic" panose="020B0400000000000000" pitchFamily="34" charset="-128"/>
                    </a:rPr>
                    <a:t>普惠金融</a:t>
                  </a:r>
                  <a:endParaRPr lang="en-US" altLang="zh-CN" sz="2000" dirty="0">
                    <a:latin typeface="Yu Gothic" panose="020B0400000000000000" pitchFamily="34" charset="-128"/>
                    <a:ea typeface="Yu Gothic" panose="020B0400000000000000" pitchFamily="34" charset="-128"/>
                  </a:endParaRPr>
                </a:p>
                <a:p>
                  <a:r>
                    <a:rPr lang="en-US" altLang="zh-TW" sz="1600" dirty="0">
                      <a:latin typeface="Yu Gothic" panose="020B0400000000000000" pitchFamily="34" charset="-128"/>
                      <a:ea typeface="Yu Gothic" panose="020B0400000000000000" pitchFamily="34" charset="-128"/>
                    </a:rPr>
                    <a:t>Inclusive Finance</a:t>
                  </a:r>
                </a:p>
              </p:txBody>
            </p:sp>
          </p:grpSp>
          <p:grpSp>
            <p:nvGrpSpPr>
              <p:cNvPr id="38" name="Group 37">
                <a:extLst>
                  <a:ext uri="{FF2B5EF4-FFF2-40B4-BE49-F238E27FC236}">
                    <a16:creationId xmlns:a16="http://schemas.microsoft.com/office/drawing/2014/main" id="{4C5C06AF-A6E2-4AAC-9673-DAE93411836E}"/>
                  </a:ext>
                </a:extLst>
              </p:cNvPr>
              <p:cNvGrpSpPr/>
              <p:nvPr/>
            </p:nvGrpSpPr>
            <p:grpSpPr>
              <a:xfrm>
                <a:off x="3987338" y="3062312"/>
                <a:ext cx="1774810" cy="646331"/>
                <a:chOff x="1880435" y="1197974"/>
                <a:chExt cx="1774810" cy="646331"/>
              </a:xfrm>
            </p:grpSpPr>
            <p:sp>
              <p:nvSpPr>
                <p:cNvPr id="48" name="Rectangle 45">
                  <a:extLst>
                    <a:ext uri="{FF2B5EF4-FFF2-40B4-BE49-F238E27FC236}">
                      <a16:creationId xmlns:a16="http://schemas.microsoft.com/office/drawing/2014/main" id="{6701B2E7-A950-4FC2-9CC7-BA4708872973}"/>
                    </a:ext>
                  </a:extLst>
                </p:cNvPr>
                <p:cNvSpPr/>
                <p:nvPr/>
              </p:nvSpPr>
              <p:spPr>
                <a:xfrm>
                  <a:off x="1880435" y="1281461"/>
                  <a:ext cx="266062" cy="227683"/>
                </a:xfrm>
                <a:prstGeom prst="rect">
                  <a:avLst/>
                </a:prstGeom>
                <a:solidFill>
                  <a:schemeClr val="bg1"/>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49" name="TextBox 44">
                  <a:extLst>
                    <a:ext uri="{FF2B5EF4-FFF2-40B4-BE49-F238E27FC236}">
                      <a16:creationId xmlns:a16="http://schemas.microsoft.com/office/drawing/2014/main" id="{A61D9BE1-F055-4AE8-AFC7-7BC2B7EEC897}"/>
                    </a:ext>
                  </a:extLst>
                </p:cNvPr>
                <p:cNvSpPr txBox="1"/>
                <p:nvPr/>
              </p:nvSpPr>
              <p:spPr>
                <a:xfrm>
                  <a:off x="2172353" y="1197974"/>
                  <a:ext cx="1482892" cy="646331"/>
                </a:xfrm>
                <a:prstGeom prst="rect">
                  <a:avLst/>
                </a:prstGeom>
                <a:noFill/>
              </p:spPr>
              <p:txBody>
                <a:bodyPr wrap="square" rtlCol="0">
                  <a:spAutoFit/>
                </a:bodyPr>
                <a:lstStyle/>
                <a:p>
                  <a:r>
                    <a:rPr lang="zh-TW" altLang="en-US" sz="2000" dirty="0">
                      <a:latin typeface="Yu Gothic" panose="020B0400000000000000" pitchFamily="34" charset="-128"/>
                      <a:ea typeface="Yu Gothic" panose="020B0400000000000000" pitchFamily="34" charset="-128"/>
                    </a:rPr>
                    <a:t>支付</a:t>
                  </a:r>
                  <a:endParaRPr lang="en-US" altLang="zh-CN" sz="2000" dirty="0">
                    <a:latin typeface="Yu Gothic" panose="020B0400000000000000" pitchFamily="34" charset="-128"/>
                    <a:ea typeface="Yu Gothic" panose="020B0400000000000000" pitchFamily="34" charset="-128"/>
                  </a:endParaRPr>
                </a:p>
                <a:p>
                  <a:r>
                    <a:rPr lang="en-US" altLang="zh-TW" sz="1600" dirty="0">
                      <a:latin typeface="Yu Gothic" panose="020B0400000000000000" pitchFamily="34" charset="-128"/>
                      <a:ea typeface="Yu Gothic" panose="020B0400000000000000" pitchFamily="34" charset="-128"/>
                    </a:rPr>
                    <a:t>Payment</a:t>
                  </a:r>
                </a:p>
              </p:txBody>
            </p:sp>
          </p:grpSp>
          <p:grpSp>
            <p:nvGrpSpPr>
              <p:cNvPr id="39" name="Group 38">
                <a:extLst>
                  <a:ext uri="{FF2B5EF4-FFF2-40B4-BE49-F238E27FC236}">
                    <a16:creationId xmlns:a16="http://schemas.microsoft.com/office/drawing/2014/main" id="{7D4A7689-4EA5-48B4-AE6D-50ED94FF6E3B}"/>
                  </a:ext>
                </a:extLst>
              </p:cNvPr>
              <p:cNvGrpSpPr/>
              <p:nvPr/>
            </p:nvGrpSpPr>
            <p:grpSpPr>
              <a:xfrm>
                <a:off x="5762148" y="3062312"/>
                <a:ext cx="2106903" cy="892552"/>
                <a:chOff x="1840260" y="1197974"/>
                <a:chExt cx="2106903" cy="892552"/>
              </a:xfrm>
            </p:grpSpPr>
            <p:sp>
              <p:nvSpPr>
                <p:cNvPr id="46" name="Rectangle 45">
                  <a:extLst>
                    <a:ext uri="{FF2B5EF4-FFF2-40B4-BE49-F238E27FC236}">
                      <a16:creationId xmlns:a16="http://schemas.microsoft.com/office/drawing/2014/main" id="{26B10796-E52B-4921-B70A-1AC7209C88C9}"/>
                    </a:ext>
                  </a:extLst>
                </p:cNvPr>
                <p:cNvSpPr/>
                <p:nvPr/>
              </p:nvSpPr>
              <p:spPr>
                <a:xfrm>
                  <a:off x="1840260" y="1273943"/>
                  <a:ext cx="266400" cy="259200"/>
                </a:xfrm>
                <a:prstGeom prst="rect">
                  <a:avLst/>
                </a:prstGeom>
                <a:solidFill>
                  <a:schemeClr val="bg1"/>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u="sng" dirty="0">
                      <a:solidFill>
                        <a:schemeClr val="tx1"/>
                      </a:solidFill>
                      <a:uFill>
                        <a:solidFill>
                          <a:schemeClr val="bg1"/>
                        </a:solidFill>
                      </a:uFill>
                    </a:rPr>
                    <a:t>✓</a:t>
                  </a:r>
                  <a:endParaRPr lang="zh-TW" altLang="en-US" u="sng" dirty="0">
                    <a:solidFill>
                      <a:schemeClr val="tx1"/>
                    </a:solidFill>
                    <a:uFill>
                      <a:solidFill>
                        <a:schemeClr val="bg1"/>
                      </a:solidFill>
                    </a:uFill>
                  </a:endParaRPr>
                </a:p>
              </p:txBody>
            </p:sp>
            <p:sp>
              <p:nvSpPr>
                <p:cNvPr id="47" name="TextBox 44">
                  <a:extLst>
                    <a:ext uri="{FF2B5EF4-FFF2-40B4-BE49-F238E27FC236}">
                      <a16:creationId xmlns:a16="http://schemas.microsoft.com/office/drawing/2014/main" id="{8C2DBE2B-F2E0-49BA-A2B4-791AEB78A2C8}"/>
                    </a:ext>
                  </a:extLst>
                </p:cNvPr>
                <p:cNvSpPr txBox="1"/>
                <p:nvPr/>
              </p:nvSpPr>
              <p:spPr>
                <a:xfrm>
                  <a:off x="2172353" y="1197974"/>
                  <a:ext cx="1774810" cy="892552"/>
                </a:xfrm>
                <a:prstGeom prst="rect">
                  <a:avLst/>
                </a:prstGeom>
                <a:noFill/>
              </p:spPr>
              <p:txBody>
                <a:bodyPr wrap="square" rtlCol="0">
                  <a:spAutoFit/>
                </a:bodyPr>
                <a:lstStyle/>
                <a:p>
                  <a:r>
                    <a:rPr lang="zh-CN" altLang="en-US" sz="2000" dirty="0">
                      <a:latin typeface="Yu Gothic" panose="020B0400000000000000" pitchFamily="34" charset="-128"/>
                      <a:ea typeface="Yu Gothic" panose="020B0400000000000000" pitchFamily="34" charset="-128"/>
                    </a:rPr>
                    <a:t>風</a:t>
                  </a:r>
                  <a:r>
                    <a:rPr lang="zh-TW" altLang="en-US" sz="2000" dirty="0">
                      <a:latin typeface="Yu Gothic" panose="020B0400000000000000" pitchFamily="34" charset="-128"/>
                      <a:ea typeface="Yu Gothic" panose="020B0400000000000000" pitchFamily="34" charset="-128"/>
                    </a:rPr>
                    <a:t>控</a:t>
                  </a:r>
                  <a:endParaRPr lang="en-US" altLang="zh-CN" sz="2000" dirty="0">
                    <a:latin typeface="Yu Gothic" panose="020B0400000000000000" pitchFamily="34" charset="-128"/>
                    <a:ea typeface="Yu Gothic" panose="020B0400000000000000" pitchFamily="34" charset="-128"/>
                  </a:endParaRPr>
                </a:p>
                <a:p>
                  <a:r>
                    <a:rPr lang="en-US" altLang="zh-TW" sz="1600" dirty="0">
                      <a:latin typeface="Yu Gothic" panose="020B0400000000000000" pitchFamily="34" charset="-128"/>
                      <a:ea typeface="Yu Gothic" panose="020B0400000000000000" pitchFamily="34" charset="-128"/>
                    </a:rPr>
                    <a:t>Risk Management</a:t>
                  </a:r>
                  <a:endParaRPr lang="zh-TW" altLang="en-US" sz="1600" dirty="0">
                    <a:latin typeface="Yu Gothic" panose="020B0400000000000000" pitchFamily="34" charset="-128"/>
                    <a:ea typeface="Yu Gothic" panose="020B0400000000000000" pitchFamily="34" charset="-128"/>
                  </a:endParaRPr>
                </a:p>
              </p:txBody>
            </p:sp>
          </p:grpSp>
          <p:grpSp>
            <p:nvGrpSpPr>
              <p:cNvPr id="40" name="Group 39">
                <a:extLst>
                  <a:ext uri="{FF2B5EF4-FFF2-40B4-BE49-F238E27FC236}">
                    <a16:creationId xmlns:a16="http://schemas.microsoft.com/office/drawing/2014/main" id="{426806F3-8D32-4DC1-BB26-E288B3CB3040}"/>
                  </a:ext>
                </a:extLst>
              </p:cNvPr>
              <p:cNvGrpSpPr/>
              <p:nvPr/>
            </p:nvGrpSpPr>
            <p:grpSpPr>
              <a:xfrm>
                <a:off x="7577133" y="3056081"/>
                <a:ext cx="2066728" cy="954107"/>
                <a:chOff x="1548342" y="1191743"/>
                <a:chExt cx="2066728" cy="954107"/>
              </a:xfrm>
            </p:grpSpPr>
            <p:sp>
              <p:nvSpPr>
                <p:cNvPr id="44" name="Rectangle 45">
                  <a:extLst>
                    <a:ext uri="{FF2B5EF4-FFF2-40B4-BE49-F238E27FC236}">
                      <a16:creationId xmlns:a16="http://schemas.microsoft.com/office/drawing/2014/main" id="{2508483E-6026-40F7-848F-33A10A3A951F}"/>
                    </a:ext>
                  </a:extLst>
                </p:cNvPr>
                <p:cNvSpPr/>
                <p:nvPr/>
              </p:nvSpPr>
              <p:spPr>
                <a:xfrm>
                  <a:off x="1548342" y="1275230"/>
                  <a:ext cx="266062" cy="227683"/>
                </a:xfrm>
                <a:prstGeom prst="rect">
                  <a:avLst/>
                </a:prstGeom>
                <a:solidFill>
                  <a:schemeClr val="bg1"/>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45" name="TextBox 44">
                  <a:extLst>
                    <a:ext uri="{FF2B5EF4-FFF2-40B4-BE49-F238E27FC236}">
                      <a16:creationId xmlns:a16="http://schemas.microsoft.com/office/drawing/2014/main" id="{19730D8F-9D10-42C3-8769-9DC8700556C5}"/>
                    </a:ext>
                  </a:extLst>
                </p:cNvPr>
                <p:cNvSpPr txBox="1"/>
                <p:nvPr/>
              </p:nvSpPr>
              <p:spPr>
                <a:xfrm>
                  <a:off x="1840260" y="1191743"/>
                  <a:ext cx="1774810" cy="954107"/>
                </a:xfrm>
                <a:prstGeom prst="rect">
                  <a:avLst/>
                </a:prstGeom>
                <a:noFill/>
              </p:spPr>
              <p:txBody>
                <a:bodyPr wrap="square" rtlCol="0">
                  <a:spAutoFit/>
                </a:bodyPr>
                <a:lstStyle/>
                <a:p>
                  <a:r>
                    <a:rPr lang="zh-TW" altLang="en-US" sz="2000" dirty="0">
                      <a:latin typeface="Yu Gothic" panose="020B0400000000000000" pitchFamily="34" charset="-128"/>
                      <a:ea typeface="Yu Gothic" panose="020B0400000000000000" pitchFamily="34" charset="-128"/>
                    </a:rPr>
                    <a:t>環境、</a:t>
                  </a:r>
                  <a:endParaRPr lang="en-US" altLang="zh-TW" sz="2000" dirty="0">
                    <a:latin typeface="Yu Gothic" panose="020B0400000000000000" pitchFamily="34" charset="-128"/>
                    <a:ea typeface="Yu Gothic" panose="020B0400000000000000" pitchFamily="34" charset="-128"/>
                  </a:endParaRPr>
                </a:p>
                <a:p>
                  <a:r>
                    <a:rPr lang="zh-TW" altLang="en-US" sz="2000" dirty="0">
                      <a:latin typeface="Yu Gothic" panose="020B0400000000000000" pitchFamily="34" charset="-128"/>
                      <a:ea typeface="Yu Gothic" panose="020B0400000000000000" pitchFamily="34" charset="-128"/>
                    </a:rPr>
                    <a:t>社會和管治</a:t>
                  </a:r>
                  <a:endParaRPr lang="en-US" altLang="zh-TW" sz="2000" dirty="0">
                    <a:latin typeface="Yu Gothic" panose="020B0400000000000000" pitchFamily="34" charset="-128"/>
                    <a:ea typeface="Yu Gothic" panose="020B0400000000000000" pitchFamily="34" charset="-128"/>
                  </a:endParaRPr>
                </a:p>
                <a:p>
                  <a:r>
                    <a:rPr lang="en-US" altLang="zh-TW" sz="1600" dirty="0">
                      <a:latin typeface="Yu Gothic" panose="020B0400000000000000" pitchFamily="34" charset="-128"/>
                      <a:ea typeface="Yu Gothic" panose="020B0400000000000000" pitchFamily="34" charset="-128"/>
                    </a:rPr>
                    <a:t>ESG</a:t>
                  </a:r>
                  <a:endParaRPr lang="zh-TW" altLang="en-US" sz="1600" dirty="0">
                    <a:latin typeface="Yu Gothic" panose="020B0400000000000000" pitchFamily="34" charset="-128"/>
                    <a:ea typeface="Yu Gothic" panose="020B0400000000000000" pitchFamily="34" charset="-128"/>
                  </a:endParaRPr>
                </a:p>
              </p:txBody>
            </p:sp>
          </p:grpSp>
          <p:grpSp>
            <p:nvGrpSpPr>
              <p:cNvPr id="41" name="Group 40">
                <a:extLst>
                  <a:ext uri="{FF2B5EF4-FFF2-40B4-BE49-F238E27FC236}">
                    <a16:creationId xmlns:a16="http://schemas.microsoft.com/office/drawing/2014/main" id="{1AB144F6-39B7-4F0D-90B2-53453EF8BB0D}"/>
                  </a:ext>
                </a:extLst>
              </p:cNvPr>
              <p:cNvGrpSpPr/>
              <p:nvPr/>
            </p:nvGrpSpPr>
            <p:grpSpPr>
              <a:xfrm>
                <a:off x="9503906" y="3054793"/>
                <a:ext cx="2587006" cy="1200329"/>
                <a:chOff x="1368212" y="1190455"/>
                <a:chExt cx="2587006" cy="1200329"/>
              </a:xfrm>
            </p:grpSpPr>
            <p:sp>
              <p:nvSpPr>
                <p:cNvPr id="42" name="Rectangle 45">
                  <a:extLst>
                    <a:ext uri="{FF2B5EF4-FFF2-40B4-BE49-F238E27FC236}">
                      <a16:creationId xmlns:a16="http://schemas.microsoft.com/office/drawing/2014/main" id="{2FDD92C6-AE59-4D5B-B88D-BD80EDA30C29}"/>
                    </a:ext>
                  </a:extLst>
                </p:cNvPr>
                <p:cNvSpPr/>
                <p:nvPr/>
              </p:nvSpPr>
              <p:spPr>
                <a:xfrm>
                  <a:off x="1368212" y="1273942"/>
                  <a:ext cx="266062" cy="227683"/>
                </a:xfrm>
                <a:prstGeom prst="rect">
                  <a:avLst/>
                </a:prstGeom>
                <a:solidFill>
                  <a:schemeClr val="bg1"/>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43" name="TextBox 44">
                  <a:extLst>
                    <a:ext uri="{FF2B5EF4-FFF2-40B4-BE49-F238E27FC236}">
                      <a16:creationId xmlns:a16="http://schemas.microsoft.com/office/drawing/2014/main" id="{D69AB462-2186-4ED1-AF46-2E40AFA2435C}"/>
                    </a:ext>
                  </a:extLst>
                </p:cNvPr>
                <p:cNvSpPr txBox="1"/>
                <p:nvPr/>
              </p:nvSpPr>
              <p:spPr>
                <a:xfrm>
                  <a:off x="1660130" y="1190455"/>
                  <a:ext cx="2295088" cy="1200329"/>
                </a:xfrm>
                <a:prstGeom prst="rect">
                  <a:avLst/>
                </a:prstGeom>
                <a:noFill/>
              </p:spPr>
              <p:txBody>
                <a:bodyPr wrap="square" rtlCol="0">
                  <a:spAutoFit/>
                </a:bodyPr>
                <a:lstStyle/>
                <a:p>
                  <a:r>
                    <a:rPr lang="zh-CN" altLang="en-US" sz="2000" dirty="0">
                      <a:latin typeface="Yu Gothic" panose="020B0400000000000000" pitchFamily="34" charset="-128"/>
                      <a:ea typeface="Yu Gothic" panose="020B0400000000000000" pitchFamily="34" charset="-128"/>
                    </a:rPr>
                    <a:t>跨境 </a:t>
                  </a:r>
                  <a:r>
                    <a:rPr lang="en-US" altLang="zh-TW" sz="1300" dirty="0">
                      <a:latin typeface="Yu Gothic" panose="020B0400000000000000" pitchFamily="34" charset="-128"/>
                      <a:ea typeface="Yu Gothic" panose="020B0400000000000000" pitchFamily="34" charset="-128"/>
                    </a:rPr>
                    <a:t>(</a:t>
                  </a:r>
                  <a:r>
                    <a:rPr lang="zh-TW" altLang="en-US" sz="1300" dirty="0">
                      <a:latin typeface="Yu Gothic" panose="020B0400000000000000" pitchFamily="34" charset="-128"/>
                      <a:ea typeface="Yu Gothic" panose="020B0400000000000000" pitchFamily="34" charset="-128"/>
                    </a:rPr>
                    <a:t>內地、東南亞及其他海外地區</a:t>
                  </a:r>
                  <a:r>
                    <a:rPr lang="en-US" altLang="zh-TW" sz="1300" dirty="0">
                      <a:latin typeface="Yu Gothic" panose="020B0400000000000000" pitchFamily="34" charset="-128"/>
                      <a:ea typeface="Yu Gothic" panose="020B0400000000000000" pitchFamily="34" charset="-128"/>
                    </a:rPr>
                    <a:t>)</a:t>
                  </a:r>
                  <a:endParaRPr lang="en-US" altLang="zh-CN" sz="1300" dirty="0">
                    <a:latin typeface="Yu Gothic" panose="020B0400000000000000" pitchFamily="34" charset="-128"/>
                    <a:ea typeface="Yu Gothic" panose="020B0400000000000000" pitchFamily="34" charset="-128"/>
                  </a:endParaRPr>
                </a:p>
                <a:p>
                  <a:r>
                    <a:rPr lang="en-US" altLang="zh-TW" sz="1300" dirty="0">
                      <a:latin typeface="Yu Gothic" panose="020B0400000000000000" pitchFamily="34" charset="-128"/>
                      <a:ea typeface="Yu Gothic" panose="020B0400000000000000" pitchFamily="34" charset="-128"/>
                    </a:rPr>
                    <a:t>Cross Border (Mainland, Southeast Asia and Other Overseas Regions</a:t>
                  </a:r>
                  <a:endParaRPr lang="zh-TW" altLang="en-US" sz="1300" dirty="0">
                    <a:latin typeface="Yu Gothic" panose="020B0400000000000000" pitchFamily="34" charset="-128"/>
                    <a:ea typeface="Yu Gothic" panose="020B0400000000000000" pitchFamily="34" charset="-128"/>
                  </a:endParaRPr>
                </a:p>
              </p:txBody>
            </p:sp>
          </p:grpSp>
        </p:grpSp>
      </p:grpSp>
      <p:sp>
        <p:nvSpPr>
          <p:cNvPr id="52" name="TextBox 44">
            <a:extLst>
              <a:ext uri="{FF2B5EF4-FFF2-40B4-BE49-F238E27FC236}">
                <a16:creationId xmlns:a16="http://schemas.microsoft.com/office/drawing/2014/main" id="{E770F552-6E10-4E60-9CB8-3DD593A83F70}"/>
              </a:ext>
            </a:extLst>
          </p:cNvPr>
          <p:cNvSpPr txBox="1"/>
          <p:nvPr/>
        </p:nvSpPr>
        <p:spPr>
          <a:xfrm>
            <a:off x="9553987" y="1139740"/>
            <a:ext cx="2581472" cy="646331"/>
          </a:xfrm>
          <a:prstGeom prst="rect">
            <a:avLst/>
          </a:prstGeom>
          <a:noFill/>
        </p:spPr>
        <p:txBody>
          <a:bodyPr wrap="square" rtlCol="0">
            <a:spAutoFit/>
          </a:bodyPr>
          <a:lstStyle/>
          <a:p>
            <a:r>
              <a:rPr lang="zh-CN" altLang="en-US" sz="2000" dirty="0">
                <a:latin typeface="Yu Gothic" panose="020B0400000000000000" pitchFamily="34" charset="-128"/>
                <a:ea typeface="Yu Gothic" panose="020B0400000000000000" pitchFamily="34" charset="-128"/>
              </a:rPr>
              <a:t>量子計算</a:t>
            </a:r>
            <a:endParaRPr lang="en-US" altLang="zh-CN" sz="2000" dirty="0">
              <a:latin typeface="Yu Gothic" panose="020B0400000000000000" pitchFamily="34" charset="-128"/>
              <a:ea typeface="Yu Gothic" panose="020B0400000000000000" pitchFamily="34" charset="-128"/>
            </a:endParaRPr>
          </a:p>
          <a:p>
            <a:r>
              <a:rPr lang="en-US" altLang="zh-TW" sz="1600" dirty="0">
                <a:latin typeface="Yu Gothic" panose="020B0400000000000000" pitchFamily="34" charset="-128"/>
                <a:ea typeface="Yu Gothic" panose="020B0400000000000000" pitchFamily="34" charset="-128"/>
              </a:rPr>
              <a:t>Quantum Computing</a:t>
            </a:r>
          </a:p>
        </p:txBody>
      </p:sp>
      <p:sp>
        <p:nvSpPr>
          <p:cNvPr id="53" name="Rectangle 45">
            <a:extLst>
              <a:ext uri="{FF2B5EF4-FFF2-40B4-BE49-F238E27FC236}">
                <a16:creationId xmlns:a16="http://schemas.microsoft.com/office/drawing/2014/main" id="{1292D7EB-AE39-4904-B61C-BBC3224B82E1}"/>
              </a:ext>
            </a:extLst>
          </p:cNvPr>
          <p:cNvSpPr/>
          <p:nvPr/>
        </p:nvSpPr>
        <p:spPr>
          <a:xfrm>
            <a:off x="9287925" y="1202600"/>
            <a:ext cx="266062" cy="227683"/>
          </a:xfrm>
          <a:prstGeom prst="rect">
            <a:avLst/>
          </a:prstGeom>
          <a:solidFill>
            <a:schemeClr val="bg1"/>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Tree>
    <p:extLst>
      <p:ext uri="{BB962C8B-B14F-4D97-AF65-F5344CB8AC3E}">
        <p14:creationId xmlns:p14="http://schemas.microsoft.com/office/powerpoint/2010/main" val="2770932069"/>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E3F6D-FFD5-50BB-3D99-5A3B74BFC08A}"/>
            </a:ext>
          </a:extLst>
        </p:cNvPr>
        <p:cNvGrpSpPr/>
        <p:nvPr/>
      </p:nvGrpSpPr>
      <p:grpSpPr>
        <a:xfrm>
          <a:off x="0" y="0"/>
          <a:ext cx="0" cy="0"/>
          <a:chOff x="0" y="0"/>
          <a:chExt cx="0" cy="0"/>
        </a:xfrm>
      </p:grpSpPr>
      <p:pic>
        <p:nvPicPr>
          <p:cNvPr id="10" name="Picture 9">
            <a:extLst>
              <a:ext uri="{FF2B5EF4-FFF2-40B4-BE49-F238E27FC236}">
                <a16:creationId xmlns:a16="http://schemas.microsoft.com/office/drawing/2014/main" id="{5A39C07F-7471-4C0D-9096-A56A899667F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832" y="0"/>
            <a:ext cx="12192000" cy="6857999"/>
          </a:xfrm>
          <a:prstGeom prst="rect">
            <a:avLst/>
          </a:prstGeom>
        </p:spPr>
      </p:pic>
      <p:sp>
        <p:nvSpPr>
          <p:cNvPr id="2" name="Rectangle 1">
            <a:extLst>
              <a:ext uri="{FF2B5EF4-FFF2-40B4-BE49-F238E27FC236}">
                <a16:creationId xmlns:a16="http://schemas.microsoft.com/office/drawing/2014/main" id="{A5A8E1B6-03DF-FFD0-A75B-B90B46A2CC52}"/>
              </a:ext>
            </a:extLst>
          </p:cNvPr>
          <p:cNvSpPr/>
          <p:nvPr/>
        </p:nvSpPr>
        <p:spPr>
          <a:xfrm>
            <a:off x="1673825" y="-11685"/>
            <a:ext cx="10508343" cy="6858000"/>
          </a:xfrm>
          <a:prstGeom prst="rect">
            <a:avLst/>
          </a:prstGeom>
          <a:solidFill>
            <a:srgbClr val="FFFFFF"/>
          </a:solidFill>
          <a:ln w="12700" cap="flat">
            <a:solidFill>
              <a:schemeClr val="bg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endParaRPr lang="en-HK" sz="2800" b="1" dirty="0">
              <a:latin typeface="Yu Gothic" panose="020B0400000000000000" pitchFamily="34" charset="-128"/>
              <a:ea typeface="Yu Gothic" panose="020B0400000000000000" pitchFamily="34" charset="-128"/>
            </a:endParaRPr>
          </a:p>
          <a:p>
            <a:r>
              <a:rPr lang="en-HK" sz="2800" b="1" dirty="0">
                <a:latin typeface="Yu Gothic" panose="020B0400000000000000" pitchFamily="34" charset="-128"/>
                <a:ea typeface="Yu Gothic" panose="020B0400000000000000" pitchFamily="34" charset="-128"/>
              </a:rPr>
              <a:t>BOCHK Innovation Pioneers Challenge 2026 — Proposal</a:t>
            </a:r>
          </a:p>
          <a:p>
            <a:endParaRPr lang="en-HK" b="1" dirty="0">
              <a:latin typeface="Yu Gothic" panose="020B0400000000000000" pitchFamily="34" charset="-128"/>
              <a:ea typeface="Yu Gothic" panose="020B0400000000000000" pitchFamily="34" charset="-128"/>
            </a:endParaRPr>
          </a:p>
          <a:p>
            <a:endParaRPr lang="en-HK" b="1" dirty="0">
              <a:latin typeface="Yu Gothic" panose="020B0400000000000000" pitchFamily="34" charset="-128"/>
              <a:ea typeface="Yu Gothic" panose="020B0400000000000000" pitchFamily="34" charset="-128"/>
            </a:endParaRPr>
          </a:p>
          <a:p>
            <a:endParaRPr lang="en-HK" b="1" dirty="0">
              <a:latin typeface="Yu Gothic" panose="020B0400000000000000" pitchFamily="34" charset="-128"/>
              <a:ea typeface="Yu Gothic" panose="020B0400000000000000" pitchFamily="34" charset="-128"/>
            </a:endParaRPr>
          </a:p>
          <a:p>
            <a:endParaRPr lang="en-HK" b="1" dirty="0">
              <a:latin typeface="Yu Gothic" panose="020B0400000000000000" pitchFamily="34" charset="-128"/>
              <a:ea typeface="Yu Gothic" panose="020B0400000000000000" pitchFamily="34" charset="-128"/>
            </a:endParaRPr>
          </a:p>
          <a:p>
            <a:endParaRPr lang="en-HK" b="1" dirty="0">
              <a:latin typeface="Yu Gothic" panose="020B0400000000000000" pitchFamily="34" charset="-128"/>
              <a:ea typeface="Yu Gothic" panose="020B0400000000000000" pitchFamily="34" charset="-128"/>
            </a:endParaRPr>
          </a:p>
          <a:p>
            <a:pPr>
              <a:spcBef>
                <a:spcPts val="300"/>
              </a:spcBef>
              <a:spcAft>
                <a:spcPts val="400"/>
              </a:spcAft>
            </a:pPr>
            <a:r>
              <a:rPr lang="en-HK" b="1" dirty="0">
                <a:latin typeface="Yu Gothic" panose="020B0400000000000000" pitchFamily="34" charset="-128"/>
                <a:ea typeface="Yu Gothic" panose="020B0400000000000000" pitchFamily="34" charset="-128"/>
              </a:rPr>
              <a:t>Project Name:</a:t>
            </a:r>
            <a:r>
              <a:rPr lang="en-HK" dirty="0">
                <a:latin typeface="Yu Gothic" panose="020B0400000000000000" pitchFamily="34" charset="-128"/>
                <a:ea typeface="Yu Gothic" panose="020B0400000000000000" pitchFamily="34" charset="-128"/>
              </a:rPr>
              <a:t> </a:t>
            </a:r>
            <a:r>
              <a:rPr lang="en-HK" sz="1600" b="1" dirty="0" err="1">
                <a:latin typeface="Yu Gothic" panose="020B0400000000000000" pitchFamily="34" charset="-128"/>
                <a:ea typeface="Yu Gothic" panose="020B0400000000000000" pitchFamily="34" charset="-128"/>
              </a:rPr>
              <a:t>AlphaPilot</a:t>
            </a:r>
            <a:r>
              <a:rPr lang="en-HK" sz="1600" b="1" dirty="0">
                <a:latin typeface="Yu Gothic" panose="020B0400000000000000" pitchFamily="34" charset="-128"/>
                <a:ea typeface="Yu Gothic" panose="020B0400000000000000" pitchFamily="34" charset="-128"/>
              </a:rPr>
              <a:t> — Evidence-Grounded Multi-Agent Wealth Advisory Copilot for Hong Kong Banks </a:t>
            </a:r>
          </a:p>
          <a:p>
            <a:pPr>
              <a:spcBef>
                <a:spcPts val="300"/>
              </a:spcBef>
              <a:spcAft>
                <a:spcPts val="400"/>
              </a:spcAft>
            </a:pPr>
            <a:r>
              <a:rPr lang="en-HK" b="1" dirty="0">
                <a:latin typeface="Yu Gothic" panose="020B0400000000000000" pitchFamily="34" charset="-128"/>
                <a:ea typeface="Yu Gothic" panose="020B0400000000000000" pitchFamily="34" charset="-128"/>
              </a:rPr>
              <a:t>Category:</a:t>
            </a:r>
            <a:r>
              <a:rPr lang="en-HK" dirty="0">
                <a:latin typeface="Yu Gothic" panose="020B0400000000000000" pitchFamily="34" charset="-128"/>
                <a:ea typeface="Yu Gothic" panose="020B0400000000000000" pitchFamily="34" charset="-128"/>
              </a:rPr>
              <a:t> </a:t>
            </a:r>
            <a:r>
              <a:rPr lang="en-HK" sz="1600" b="1" dirty="0">
                <a:latin typeface="Yu Gothic" panose="020B0400000000000000" pitchFamily="34" charset="-128"/>
                <a:ea typeface="Yu Gothic" panose="020B0400000000000000" pitchFamily="34" charset="-128"/>
              </a:rPr>
              <a:t>Student Group </a:t>
            </a:r>
          </a:p>
          <a:p>
            <a:pPr>
              <a:spcBef>
                <a:spcPts val="300"/>
              </a:spcBef>
              <a:spcAft>
                <a:spcPts val="400"/>
              </a:spcAft>
            </a:pPr>
            <a:r>
              <a:rPr lang="en-HK" b="1" dirty="0">
                <a:latin typeface="Yu Gothic" panose="020B0400000000000000" pitchFamily="34" charset="-128"/>
                <a:ea typeface="Yu Gothic" panose="020B0400000000000000" pitchFamily="34" charset="-128"/>
              </a:rPr>
              <a:t>Technology Themes:</a:t>
            </a:r>
            <a:r>
              <a:rPr lang="en-HK" dirty="0">
                <a:latin typeface="Yu Gothic" panose="020B0400000000000000" pitchFamily="34" charset="-128"/>
                <a:ea typeface="Yu Gothic" panose="020B0400000000000000" pitchFamily="34" charset="-128"/>
              </a:rPr>
              <a:t> </a:t>
            </a:r>
            <a:r>
              <a:rPr lang="en-HK" sz="1600" b="1" dirty="0">
                <a:latin typeface="Yu Gothic" panose="020B0400000000000000" pitchFamily="34" charset="-128"/>
                <a:ea typeface="Yu Gothic" panose="020B0400000000000000" pitchFamily="34" charset="-128"/>
              </a:rPr>
              <a:t>Generative AI + Big Data </a:t>
            </a:r>
          </a:p>
          <a:p>
            <a:pPr>
              <a:spcBef>
                <a:spcPts val="300"/>
              </a:spcBef>
              <a:spcAft>
                <a:spcPts val="400"/>
              </a:spcAft>
            </a:pPr>
            <a:r>
              <a:rPr lang="en-HK" b="1" dirty="0">
                <a:latin typeface="Yu Gothic" panose="020B0400000000000000" pitchFamily="34" charset="-128"/>
                <a:ea typeface="Yu Gothic" panose="020B0400000000000000" pitchFamily="34" charset="-128"/>
              </a:rPr>
              <a:t>Scene Themes:</a:t>
            </a:r>
            <a:r>
              <a:rPr lang="en-HK" dirty="0">
                <a:latin typeface="Yu Gothic" panose="020B0400000000000000" pitchFamily="34" charset="-128"/>
                <a:ea typeface="Yu Gothic" panose="020B0400000000000000" pitchFamily="34" charset="-128"/>
              </a:rPr>
              <a:t> </a:t>
            </a:r>
            <a:r>
              <a:rPr lang="en-HK" sz="1600" b="1" dirty="0">
                <a:latin typeface="Yu Gothic" panose="020B0400000000000000" pitchFamily="34" charset="-128"/>
                <a:ea typeface="Yu Gothic" panose="020B0400000000000000" pitchFamily="34" charset="-128"/>
              </a:rPr>
              <a:t>Risk Management, Inclusive Finance </a:t>
            </a:r>
          </a:p>
          <a:p>
            <a:pPr>
              <a:spcBef>
                <a:spcPts val="300"/>
              </a:spcBef>
              <a:spcAft>
                <a:spcPts val="400"/>
              </a:spcAft>
            </a:pPr>
            <a:r>
              <a:rPr lang="en-HK" b="1" dirty="0">
                <a:latin typeface="Yu Gothic" panose="020B0400000000000000" pitchFamily="34" charset="-128"/>
                <a:ea typeface="Yu Gothic" panose="020B0400000000000000" pitchFamily="34" charset="-128"/>
              </a:rPr>
              <a:t>Submission Date:</a:t>
            </a:r>
            <a:r>
              <a:rPr lang="en-HK" dirty="0">
                <a:latin typeface="Yu Gothic" panose="020B0400000000000000" pitchFamily="34" charset="-128"/>
                <a:ea typeface="Yu Gothic" panose="020B0400000000000000" pitchFamily="34" charset="-128"/>
              </a:rPr>
              <a:t> </a:t>
            </a:r>
            <a:r>
              <a:rPr lang="en-HK" sz="1600" b="1" dirty="0">
                <a:latin typeface="Yu Gothic" panose="020B0400000000000000" pitchFamily="34" charset="-128"/>
                <a:ea typeface="Yu Gothic" panose="020B0400000000000000" pitchFamily="34" charset="-128"/>
              </a:rPr>
              <a:t>June 2026</a:t>
            </a:r>
          </a:p>
          <a:p>
            <a:endParaRPr lang="en-HK" dirty="0">
              <a:latin typeface="Yu Gothic" panose="020B0400000000000000" pitchFamily="34" charset="-128"/>
              <a:ea typeface="Yu Gothic" panose="020B0400000000000000" pitchFamily="34" charset="-128"/>
            </a:endParaRPr>
          </a:p>
          <a:p>
            <a:endParaRPr lang="en-HK" sz="1600" b="1" dirty="0">
              <a:latin typeface="Yu Gothic" panose="020B0400000000000000" pitchFamily="34" charset="-128"/>
              <a:ea typeface="Yu Gothic" panose="020B0400000000000000" pitchFamily="34" charset="-128"/>
            </a:endParaRPr>
          </a:p>
          <a:p>
            <a:endParaRPr lang="en-HK" dirty="0">
              <a:latin typeface="Yu Gothic" panose="020B0400000000000000" pitchFamily="34" charset="-128"/>
              <a:ea typeface="Yu Gothic" panose="020B0400000000000000" pitchFamily="34" charset="-128"/>
            </a:endParaRPr>
          </a:p>
          <a:p>
            <a:endParaRPr lang="en-HK" dirty="0">
              <a:latin typeface="Yu Gothic" panose="020B0400000000000000" pitchFamily="34" charset="-128"/>
              <a:ea typeface="Yu Gothic" panose="020B0400000000000000" pitchFamily="34" charset="-128"/>
            </a:endParaRPr>
          </a:p>
          <a:p>
            <a:endParaRPr lang="en-HK" dirty="0">
              <a:latin typeface="Yu Gothic" panose="020B0400000000000000" pitchFamily="34" charset="-128"/>
              <a:ea typeface="Yu Gothic" panose="020B0400000000000000" pitchFamily="34" charset="-128"/>
            </a:endParaRPr>
          </a:p>
          <a:p>
            <a:endParaRPr lang="en-HK" dirty="0">
              <a:latin typeface="Yu Gothic" panose="020B0400000000000000" pitchFamily="34" charset="-128"/>
              <a:ea typeface="Yu Gothic" panose="020B0400000000000000" pitchFamily="34" charset="-128"/>
            </a:endParaRPr>
          </a:p>
          <a:p>
            <a:endParaRPr lang="en-HK" dirty="0">
              <a:latin typeface="Yu Gothic" panose="020B0400000000000000" pitchFamily="34" charset="-128"/>
              <a:ea typeface="Yu Gothic" panose="020B0400000000000000" pitchFamily="34" charset="-128"/>
            </a:endParaRPr>
          </a:p>
          <a:p>
            <a:endParaRPr lang="en-HK" dirty="0">
              <a:latin typeface="Yu Gothic" panose="020B0400000000000000" pitchFamily="34" charset="-128"/>
              <a:ea typeface="Yu Gothic" panose="020B0400000000000000" pitchFamily="34" charset="-128"/>
            </a:endParaRPr>
          </a:p>
          <a:p>
            <a:pPr marL="0" marR="0" indent="0" algn="l" defTabSz="914400" rtl="0" fontAlgn="auto" latinLnBrk="0" hangingPunct="0">
              <a:lnSpc>
                <a:spcPct val="100000"/>
              </a:lnSpc>
              <a:spcBef>
                <a:spcPts val="0"/>
              </a:spcBef>
              <a:spcAft>
                <a:spcPts val="0"/>
              </a:spcAft>
              <a:buClrTx/>
              <a:buSzTx/>
              <a:buFontTx/>
              <a:buNone/>
              <a:tabLst/>
            </a:pPr>
            <a:endParaRPr kumimoji="0" lang="zh-TW" altLang="en-US" sz="1800" b="0" i="0" u="none" strike="noStrike" cap="none" spc="0" normalizeH="0" baseline="0" dirty="0">
              <a:ln>
                <a:noFill/>
              </a:ln>
              <a:solidFill>
                <a:srgbClr val="000000"/>
              </a:solidFill>
              <a:effectLst/>
              <a:uFillTx/>
              <a:latin typeface="+mj-lt"/>
              <a:ea typeface="+mj-ea"/>
              <a:cs typeface="+mj-cs"/>
              <a:sym typeface="Calibri"/>
            </a:endParaRPr>
          </a:p>
        </p:txBody>
      </p:sp>
    </p:spTree>
    <p:extLst>
      <p:ext uri="{BB962C8B-B14F-4D97-AF65-F5344CB8AC3E}">
        <p14:creationId xmlns:p14="http://schemas.microsoft.com/office/powerpoint/2010/main" val="4118621567"/>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253B55-B8B5-6CB5-A571-4DB77999A60A}"/>
            </a:ext>
          </a:extLst>
        </p:cNvPr>
        <p:cNvGrpSpPr/>
        <p:nvPr/>
      </p:nvGrpSpPr>
      <p:grpSpPr>
        <a:xfrm>
          <a:off x="0" y="0"/>
          <a:ext cx="0" cy="0"/>
          <a:chOff x="0" y="0"/>
          <a:chExt cx="0" cy="0"/>
        </a:xfrm>
      </p:grpSpPr>
      <p:pic>
        <p:nvPicPr>
          <p:cNvPr id="10" name="Picture 9">
            <a:extLst>
              <a:ext uri="{FF2B5EF4-FFF2-40B4-BE49-F238E27FC236}">
                <a16:creationId xmlns:a16="http://schemas.microsoft.com/office/drawing/2014/main" id="{EE62D9F4-3D20-0DC8-6FA2-3C586478A95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832" y="0"/>
            <a:ext cx="12192000" cy="6857999"/>
          </a:xfrm>
          <a:prstGeom prst="rect">
            <a:avLst/>
          </a:prstGeom>
        </p:spPr>
      </p:pic>
      <p:sp>
        <p:nvSpPr>
          <p:cNvPr id="2" name="Rectangle 1">
            <a:extLst>
              <a:ext uri="{FF2B5EF4-FFF2-40B4-BE49-F238E27FC236}">
                <a16:creationId xmlns:a16="http://schemas.microsoft.com/office/drawing/2014/main" id="{E5D7E225-4901-5F7F-7419-2BC5512D1878}"/>
              </a:ext>
            </a:extLst>
          </p:cNvPr>
          <p:cNvSpPr>
            <a:spLocks/>
          </p:cNvSpPr>
          <p:nvPr/>
        </p:nvSpPr>
        <p:spPr>
          <a:xfrm>
            <a:off x="1673768" y="0"/>
            <a:ext cx="10508400" cy="6858000"/>
          </a:xfrm>
          <a:prstGeom prst="rect">
            <a:avLst/>
          </a:prstGeom>
          <a:solidFill>
            <a:srgbClr val="FFFFFF"/>
          </a:solidFill>
          <a:ln w="12700" cap="flat">
            <a:solidFill>
              <a:schemeClr val="bg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a:spcBef>
                <a:spcPts val="300"/>
              </a:spcBef>
              <a:spcAft>
                <a:spcPts val="400"/>
              </a:spcAft>
            </a:pPr>
            <a:r>
              <a:rPr lang="en-HK" sz="2500" b="1" dirty="0">
                <a:latin typeface="Yu Gothic" panose="020B0400000000000000" pitchFamily="34" charset="-128"/>
                <a:ea typeface="Yu Gothic" panose="020B0400000000000000" pitchFamily="34" charset="-128"/>
              </a:rPr>
              <a:t>1. </a:t>
            </a:r>
            <a:r>
              <a:rPr lang="en-HK" sz="2500" b="1" dirty="0">
                <a:latin typeface="+mn-lt"/>
                <a:ea typeface="Yu Gothic" panose="020B0400000000000000" pitchFamily="34" charset="-128"/>
              </a:rPr>
              <a:t>Proposal Overview / </a:t>
            </a:r>
            <a:r>
              <a:rPr lang="zh-CN" altLang="en-US" sz="2500" b="1" dirty="0">
                <a:latin typeface="+mn-lt"/>
                <a:ea typeface="Yu Gothic" panose="020B0400000000000000" pitchFamily="34" charset="-128"/>
              </a:rPr>
              <a:t>方案概述</a:t>
            </a:r>
            <a:endParaRPr lang="en-HK" altLang="zh-CN" dirty="0">
              <a:latin typeface="+mn-lt"/>
              <a:ea typeface="Yu Gothic" panose="020B0400000000000000" pitchFamily="34" charset="-128"/>
            </a:endParaRPr>
          </a:p>
          <a:p>
            <a:pPr>
              <a:spcBef>
                <a:spcPts val="300"/>
              </a:spcBef>
              <a:spcAft>
                <a:spcPts val="400"/>
              </a:spcAft>
            </a:pPr>
            <a:r>
              <a:rPr lang="en-HK" sz="2200" b="1" dirty="0">
                <a:latin typeface="Yu Gothic" panose="020B0400000000000000" pitchFamily="34" charset="-128"/>
                <a:ea typeface="Yu Gothic" panose="020B0400000000000000" pitchFamily="34" charset="-128"/>
              </a:rPr>
              <a:t>Project Summary</a:t>
            </a:r>
            <a:endParaRPr lang="en-HK" sz="2200" dirty="0">
              <a:latin typeface="Yu Gothic" panose="020B0400000000000000" pitchFamily="34" charset="-128"/>
              <a:ea typeface="Yu Gothic" panose="020B0400000000000000" pitchFamily="34" charset="-128"/>
            </a:endParaRPr>
          </a:p>
          <a:p>
            <a:pPr indent="306000">
              <a:spcBef>
                <a:spcPts val="300"/>
              </a:spcBef>
              <a:spcAft>
                <a:spcPts val="400"/>
              </a:spcAft>
            </a:pPr>
            <a:r>
              <a:rPr lang="zh-CN" altLang="en-US" dirty="0">
                <a:latin typeface="Yu Gothic" panose="020B0400000000000000" pitchFamily="34" charset="-128"/>
                <a:ea typeface="Yu Gothic" panose="020B0400000000000000" pitchFamily="34" charset="-128"/>
              </a:rPr>
              <a:t>   </a:t>
            </a:r>
            <a:r>
              <a:rPr lang="en-HK" dirty="0">
                <a:latin typeface="Yu Gothic" panose="020B0400000000000000" pitchFamily="34" charset="-128"/>
                <a:ea typeface="Yu Gothic" panose="020B0400000000000000" pitchFamily="34" charset="-128"/>
              </a:rPr>
              <a:t>Alpha</a:t>
            </a:r>
            <a:r>
              <a:rPr lang="zh-CN" altLang="en-US" dirty="0">
                <a:latin typeface="Yu Gothic" panose="020B0400000000000000" pitchFamily="34" charset="-128"/>
                <a:ea typeface="Yu Gothic" panose="020B0400000000000000" pitchFamily="34" charset="-128"/>
              </a:rPr>
              <a:t>  </a:t>
            </a:r>
            <a:r>
              <a:rPr lang="en-HK" dirty="0">
                <a:latin typeface="Yu Gothic" panose="020B0400000000000000" pitchFamily="34" charset="-128"/>
                <a:ea typeface="Yu Gothic" panose="020B0400000000000000" pitchFamily="34" charset="-128"/>
              </a:rPr>
              <a:t>Pilot is an evidence-grounded GenAI wealth advisory copilot designed for Hong Kong banks. It assists Relationship Managers (RMs), investment consultants, and compliance teams in generating clear, traceable analysis of Hong Kong-listed equities and market developments, while supporting better-informed conversations with retail customers.</a:t>
            </a:r>
          </a:p>
          <a:p>
            <a:pPr indent="306000">
              <a:spcBef>
                <a:spcPts val="300"/>
              </a:spcBef>
              <a:spcAft>
                <a:spcPts val="400"/>
              </a:spcAft>
            </a:pPr>
            <a:r>
              <a:rPr lang="en-HK" dirty="0">
                <a:latin typeface="Yu Gothic" panose="020B0400000000000000" pitchFamily="34" charset="-128"/>
                <a:ea typeface="Yu Gothic" panose="020B0400000000000000" pitchFamily="34" charset="-128"/>
              </a:rPr>
              <a:t>The system is built around an </a:t>
            </a:r>
            <a:r>
              <a:rPr lang="en-HK" b="1" dirty="0">
                <a:latin typeface="Yu Gothic" panose="020B0400000000000000" pitchFamily="34" charset="-128"/>
                <a:ea typeface="Yu Gothic" panose="020B0400000000000000" pitchFamily="34" charset="-128"/>
              </a:rPr>
              <a:t>Evidence Packet </a:t>
            </a:r>
            <a:r>
              <a:rPr lang="en-HK" dirty="0">
                <a:latin typeface="Yu Gothic" panose="020B0400000000000000" pitchFamily="34" charset="-128"/>
                <a:ea typeface="Yu Gothic" panose="020B0400000000000000" pitchFamily="34" charset="-128"/>
              </a:rPr>
              <a:t>mechanism. Before producing any output, Alpha</a:t>
            </a:r>
            <a:r>
              <a:rPr lang="zh-CN" altLang="en-US" dirty="0">
                <a:latin typeface="Yu Gothic" panose="020B0400000000000000" pitchFamily="34" charset="-128"/>
                <a:ea typeface="Yu Gothic" panose="020B0400000000000000" pitchFamily="34" charset="-128"/>
              </a:rPr>
              <a:t> </a:t>
            </a:r>
            <a:r>
              <a:rPr lang="en-HK" dirty="0">
                <a:latin typeface="Yu Gothic" panose="020B0400000000000000" pitchFamily="34" charset="-128"/>
                <a:ea typeface="Yu Gothic" panose="020B0400000000000000" pitchFamily="34" charset="-128"/>
              </a:rPr>
              <a:t>Pilot collects and structures information from multiple sources, assigns confidence metadata, and links conclusions back to original evidence. When available evidence is insufficient, the system downgrades the depth of analysis or surfaces limitations instead of generating unsupported statements.</a:t>
            </a:r>
          </a:p>
          <a:p>
            <a:pPr indent="306000">
              <a:spcBef>
                <a:spcPts val="300"/>
              </a:spcBef>
              <a:spcAft>
                <a:spcPts val="400"/>
              </a:spcAft>
            </a:pPr>
            <a:r>
              <a:rPr lang="en-HK" dirty="0">
                <a:latin typeface="Yu Gothic" panose="020B0400000000000000" pitchFamily="34" charset="-128"/>
                <a:ea typeface="Yu Gothic" panose="020B0400000000000000" pitchFamily="34" charset="-128"/>
              </a:rPr>
              <a:t>The current prototype implements a LangGraph-based multi-agent workflow that separates market analysis, risk assessment, suitability reasoning, and compliance validation. It incorporates RAG retrieval, evidence scoring, output-level gating, deterministic guardrails, and real-time SSE streaming for progressive visualization. This design aims to reduce hallucination risk and improve transparency in AI-assisted advisory workflows.</a:t>
            </a:r>
          </a:p>
          <a:p>
            <a:pPr indent="306000">
              <a:spcBef>
                <a:spcPts val="300"/>
              </a:spcBef>
              <a:spcAft>
                <a:spcPts val="400"/>
              </a:spcAft>
            </a:pPr>
            <a:r>
              <a:rPr lang="en-HK" dirty="0">
                <a:latin typeface="Yu Gothic" panose="020B0400000000000000" pitchFamily="34" charset="-128"/>
                <a:ea typeface="Yu Gothic" panose="020B0400000000000000" pitchFamily="34" charset="-128"/>
              </a:rPr>
              <a:t>The proposed pilot focuses on adapting the prototype into a controlled sandbox environment suitable for banking use cases, with emphasis on human-in-the-loop review, audit trails, and secure integration pathways.</a:t>
            </a:r>
          </a:p>
        </p:txBody>
      </p:sp>
    </p:spTree>
    <p:extLst>
      <p:ext uri="{BB962C8B-B14F-4D97-AF65-F5344CB8AC3E}">
        <p14:creationId xmlns:p14="http://schemas.microsoft.com/office/powerpoint/2010/main" val="2498224869"/>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D7AAC8-52DB-B642-F06E-C53FF6E0647B}"/>
            </a:ext>
          </a:extLst>
        </p:cNvPr>
        <p:cNvGrpSpPr/>
        <p:nvPr/>
      </p:nvGrpSpPr>
      <p:grpSpPr>
        <a:xfrm>
          <a:off x="0" y="0"/>
          <a:ext cx="0" cy="0"/>
          <a:chOff x="0" y="0"/>
          <a:chExt cx="0" cy="0"/>
        </a:xfrm>
      </p:grpSpPr>
      <p:pic>
        <p:nvPicPr>
          <p:cNvPr id="10" name="Picture 9">
            <a:extLst>
              <a:ext uri="{FF2B5EF4-FFF2-40B4-BE49-F238E27FC236}">
                <a16:creationId xmlns:a16="http://schemas.microsoft.com/office/drawing/2014/main" id="{922D7C25-80F6-DCED-4CD8-225A5EEEAF1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832" y="0"/>
            <a:ext cx="12192000" cy="6857999"/>
          </a:xfrm>
          <a:prstGeom prst="rect">
            <a:avLst/>
          </a:prstGeom>
        </p:spPr>
      </p:pic>
      <p:sp>
        <p:nvSpPr>
          <p:cNvPr id="2" name="Rectangle 1">
            <a:extLst>
              <a:ext uri="{FF2B5EF4-FFF2-40B4-BE49-F238E27FC236}">
                <a16:creationId xmlns:a16="http://schemas.microsoft.com/office/drawing/2014/main" id="{EC3FD19B-D78E-FEBC-3DDA-B27761D87D1A}"/>
              </a:ext>
            </a:extLst>
          </p:cNvPr>
          <p:cNvSpPr>
            <a:spLocks/>
          </p:cNvSpPr>
          <p:nvPr/>
        </p:nvSpPr>
        <p:spPr>
          <a:xfrm>
            <a:off x="1673768" y="17812"/>
            <a:ext cx="10508400" cy="6858000"/>
          </a:xfrm>
          <a:prstGeom prst="rect">
            <a:avLst/>
          </a:prstGeom>
          <a:solidFill>
            <a:srgbClr val="FFFFFF"/>
          </a:solidFill>
          <a:ln w="12700" cap="flat">
            <a:solidFill>
              <a:schemeClr val="bg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indent="306000">
              <a:spcBef>
                <a:spcPts val="300"/>
              </a:spcBef>
              <a:spcAft>
                <a:spcPts val="400"/>
              </a:spcAft>
            </a:pPr>
            <a:r>
              <a:rPr lang="en-HK" dirty="0">
                <a:latin typeface="Yu Gothic" panose="020B0400000000000000" pitchFamily="34" charset="-128"/>
                <a:ea typeface="Yu Gothic" panose="020B0400000000000000" pitchFamily="34" charset="-128"/>
              </a:rPr>
              <a:t>The system is intended for education, research support, and RM-assisted advisory preparation, </a:t>
            </a:r>
            <a:r>
              <a:rPr lang="en-HK" b="1" dirty="0">
                <a:latin typeface="Yu Gothic" panose="020B0400000000000000" pitchFamily="34" charset="-128"/>
                <a:ea typeface="Yu Gothic" panose="020B0400000000000000" pitchFamily="34" charset="-128"/>
              </a:rPr>
              <a:t>not </a:t>
            </a:r>
            <a:r>
              <a:rPr lang="en-HK" dirty="0">
                <a:latin typeface="Yu Gothic" panose="020B0400000000000000" pitchFamily="34" charset="-128"/>
                <a:ea typeface="Yu Gothic" panose="020B0400000000000000" pitchFamily="34" charset="-128"/>
              </a:rPr>
              <a:t>for fully automated investment recommendation or order execution.</a:t>
            </a:r>
          </a:p>
          <a:p>
            <a:pPr>
              <a:spcBef>
                <a:spcPts val="300"/>
              </a:spcBef>
              <a:spcAft>
                <a:spcPts val="400"/>
              </a:spcAft>
            </a:pPr>
            <a:r>
              <a:rPr lang="en-HK" sz="2200" b="1" dirty="0">
                <a:latin typeface="Yu Gothic" panose="020B0400000000000000" pitchFamily="34" charset="-128"/>
                <a:ea typeface="Yu Gothic" panose="020B0400000000000000" pitchFamily="34" charset="-128"/>
              </a:rPr>
              <a:t>Key Design Elements (Internally Validated Prototype)</a:t>
            </a:r>
          </a:p>
          <a:p>
            <a:pPr marL="285750" indent="-285750">
              <a:buFont typeface="Arial" panose="020B0604020202020204" pitchFamily="34" charset="0"/>
              <a:buChar char="•"/>
            </a:pPr>
            <a:r>
              <a:rPr lang="en-HK" dirty="0">
                <a:latin typeface="Yu Gothic" panose="020B0400000000000000" pitchFamily="34" charset="-128"/>
                <a:ea typeface="Yu Gothic" panose="020B0400000000000000" pitchFamily="34" charset="-128"/>
              </a:rPr>
              <a:t>Evidence Packet with source, timestamp, and confidence metadata for field-level traceability.</a:t>
            </a:r>
          </a:p>
          <a:p>
            <a:pPr marL="285750" indent="-285750">
              <a:buFont typeface="Arial" panose="020B0604020202020204" pitchFamily="34" charset="0"/>
              <a:buChar char="•"/>
            </a:pPr>
            <a:r>
              <a:rPr lang="en-HK" dirty="0">
                <a:latin typeface="Yu Gothic" panose="020B0400000000000000" pitchFamily="34" charset="-128"/>
                <a:ea typeface="Yu Gothic" panose="020B0400000000000000" pitchFamily="34" charset="-128"/>
              </a:rPr>
              <a:t>Five-Layer Anti-Hallucination </a:t>
            </a:r>
            <a:r>
              <a:rPr lang="en-HK" dirty="0" err="1">
                <a:latin typeface="Yu Gothic" panose="020B0400000000000000" pitchFamily="34" charset="-128"/>
                <a:ea typeface="Yu Gothic" panose="020B0400000000000000" pitchFamily="34" charset="-128"/>
              </a:rPr>
              <a:t>Defense</a:t>
            </a:r>
            <a:r>
              <a:rPr lang="en-HK" dirty="0">
                <a:latin typeface="Yu Gothic" panose="020B0400000000000000" pitchFamily="34" charset="-128"/>
                <a:ea typeface="Yu Gothic" panose="020B0400000000000000" pitchFamily="34" charset="-128"/>
              </a:rPr>
              <a:t>-in-Depth design combining pre-construction of evidence, schema enforcement, output gating, agent-level constraints, and hard-rule validation.</a:t>
            </a:r>
          </a:p>
          <a:p>
            <a:pPr marL="285750" indent="-285750">
              <a:buFont typeface="Arial" panose="020B0604020202020204" pitchFamily="34" charset="0"/>
              <a:buChar char="•"/>
            </a:pPr>
            <a:r>
              <a:rPr lang="en-HK" dirty="0">
                <a:latin typeface="Yu Gothic" panose="020B0400000000000000" pitchFamily="34" charset="-128"/>
                <a:ea typeface="Yu Gothic" panose="020B0400000000000000" pitchFamily="34" charset="-128"/>
              </a:rPr>
              <a:t>Prototype Evaluation In 30 controlled cold-start and edge-case test scenarios, </a:t>
            </a:r>
            <a:r>
              <a:rPr lang="en-HK" dirty="0" err="1">
                <a:latin typeface="Yu Gothic" panose="020B0400000000000000" pitchFamily="34" charset="-128"/>
                <a:ea typeface="Yu Gothic" panose="020B0400000000000000" pitchFamily="34" charset="-128"/>
              </a:rPr>
              <a:t>AlphaPilot</a:t>
            </a:r>
            <a:r>
              <a:rPr lang="en-HK" dirty="0">
                <a:latin typeface="Yu Gothic" panose="020B0400000000000000" pitchFamily="34" charset="-128"/>
                <a:ea typeface="Yu Gothic" panose="020B0400000000000000" pitchFamily="34" charset="-128"/>
              </a:rPr>
              <a:t> produced fully traceable outputs with no observed unsupported investment claims.</a:t>
            </a:r>
          </a:p>
          <a:p>
            <a:pPr marL="285750" indent="-285750">
              <a:buFont typeface="Arial" panose="020B0604020202020204" pitchFamily="34" charset="0"/>
              <a:buChar char="•"/>
            </a:pPr>
            <a:r>
              <a:rPr lang="en-HK" dirty="0">
                <a:latin typeface="Yu Gothic" panose="020B0400000000000000" pitchFamily="34" charset="-128"/>
                <a:ea typeface="Yu Gothic" panose="020B0400000000000000" pitchFamily="34" charset="-128"/>
              </a:rPr>
              <a:t>Real-time SSE Streaming to support human review during analysis.</a:t>
            </a:r>
          </a:p>
          <a:p>
            <a:pPr marL="285750" indent="-285750">
              <a:buFont typeface="Arial" panose="020B0604020202020204" pitchFamily="34" charset="0"/>
              <a:buChar char="•"/>
            </a:pPr>
            <a:r>
              <a:rPr lang="en-HK" dirty="0">
                <a:latin typeface="Yu Gothic" panose="020B0400000000000000" pitchFamily="34" charset="-128"/>
                <a:ea typeface="Yu Gothic" panose="020B0400000000000000" pitchFamily="34" charset="-128"/>
              </a:rPr>
              <a:t>Multi-source data collection with normalization and fallback logic (HKEX announcements, market data providers, news sources).</a:t>
            </a:r>
          </a:p>
          <a:p>
            <a:pPr>
              <a:spcBef>
                <a:spcPts val="300"/>
              </a:spcBef>
              <a:spcAft>
                <a:spcPts val="400"/>
              </a:spcAft>
            </a:pPr>
            <a:r>
              <a:rPr lang="en-HK" sz="2500" b="1" dirty="0">
                <a:latin typeface="Yu Gothic" panose="020B0400000000000000" pitchFamily="34" charset="-128"/>
                <a:ea typeface="Yu Gothic" panose="020B0400000000000000" pitchFamily="34" charset="-128"/>
              </a:rPr>
              <a:t>2. Target Market &amp; Customer Groups / </a:t>
            </a:r>
            <a:r>
              <a:rPr lang="zh-CN" altLang="en-US" sz="2500" b="1" dirty="0">
                <a:latin typeface="Yu Gothic" panose="020B0400000000000000" pitchFamily="34" charset="-128"/>
                <a:ea typeface="Yu Gothic" panose="020B0400000000000000" pitchFamily="34" charset="-128"/>
              </a:rPr>
              <a:t>目標市場及客戶</a:t>
            </a:r>
          </a:p>
          <a:p>
            <a:r>
              <a:rPr lang="en-HK" b="1" dirty="0">
                <a:latin typeface="Yu Gothic" panose="020B0400000000000000" pitchFamily="34" charset="-128"/>
                <a:ea typeface="Yu Gothic" panose="020B0400000000000000" pitchFamily="34" charset="-128"/>
              </a:rPr>
              <a:t>Primary Focus: </a:t>
            </a:r>
            <a:r>
              <a:rPr lang="en-HK" dirty="0">
                <a:latin typeface="Yu Gothic" panose="020B0400000000000000" pitchFamily="34" charset="-128"/>
                <a:ea typeface="Yu Gothic" panose="020B0400000000000000" pitchFamily="34" charset="-128"/>
              </a:rPr>
              <a:t>Hong Kong retail banking and wealth management sector.</a:t>
            </a:r>
          </a:p>
          <a:p>
            <a:r>
              <a:rPr lang="en-HK" b="1" dirty="0">
                <a:latin typeface="Yu Gothic" panose="020B0400000000000000" pitchFamily="34" charset="-128"/>
                <a:ea typeface="Yu Gothic" panose="020B0400000000000000" pitchFamily="34" charset="-128"/>
              </a:rPr>
              <a:t>Key User Groups:</a:t>
            </a:r>
          </a:p>
          <a:p>
            <a:pPr marL="285750" indent="-285750">
              <a:buFont typeface="Arial" panose="020B0604020202020204" pitchFamily="34" charset="0"/>
              <a:buChar char="•"/>
            </a:pPr>
            <a:r>
              <a:rPr lang="en-HK" b="1" dirty="0">
                <a:latin typeface="Yu Gothic" panose="020B0400000000000000" pitchFamily="34" charset="-128"/>
                <a:ea typeface="Yu Gothic" panose="020B0400000000000000" pitchFamily="34" charset="-128"/>
              </a:rPr>
              <a:t>Relationship Managers and Investment Consultants </a:t>
            </a:r>
            <a:r>
              <a:rPr lang="en-HK" dirty="0">
                <a:latin typeface="Yu Gothic" panose="020B0400000000000000" pitchFamily="34" charset="-128"/>
                <a:ea typeface="Yu Gothic" panose="020B0400000000000000" pitchFamily="34" charset="-128"/>
              </a:rPr>
              <a:t>who need faster preparation of client briefings with traceable supporting evidence.</a:t>
            </a:r>
          </a:p>
          <a:p>
            <a:pPr marL="285750" indent="-285750">
              <a:buFont typeface="Arial" panose="020B0604020202020204" pitchFamily="34" charset="0"/>
              <a:buChar char="•"/>
            </a:pPr>
            <a:r>
              <a:rPr lang="en-HK" b="1" dirty="0">
                <a:latin typeface="Yu Gothic" panose="020B0400000000000000" pitchFamily="34" charset="-128"/>
                <a:ea typeface="Yu Gothic" panose="020B0400000000000000" pitchFamily="34" charset="-128"/>
              </a:rPr>
              <a:t>Compliance and Risk Teams</a:t>
            </a:r>
            <a:r>
              <a:rPr lang="en-HK" dirty="0">
                <a:latin typeface="Yu Gothic" panose="020B0400000000000000" pitchFamily="34" charset="-128"/>
                <a:ea typeface="Yu Gothic" panose="020B0400000000000000" pitchFamily="34" charset="-128"/>
              </a:rPr>
              <a:t> requiring auditable AI-generated content and clear reasoning around suitability.</a:t>
            </a:r>
          </a:p>
          <a:p>
            <a:pPr marL="285750" indent="-285750">
              <a:buFont typeface="Arial" panose="020B0604020202020204" pitchFamily="34" charset="0"/>
              <a:buChar char="•"/>
            </a:pPr>
            <a:r>
              <a:rPr lang="en-HK" b="1" dirty="0">
                <a:latin typeface="Yu Gothic" panose="020B0400000000000000" pitchFamily="34" charset="-128"/>
                <a:ea typeface="Yu Gothic" panose="020B0400000000000000" pitchFamily="34" charset="-128"/>
              </a:rPr>
              <a:t>Retail Customers </a:t>
            </a:r>
            <a:r>
              <a:rPr lang="en-HK" dirty="0">
                <a:latin typeface="Yu Gothic" panose="020B0400000000000000" pitchFamily="34" charset="-128"/>
                <a:ea typeface="Yu Gothic" panose="020B0400000000000000" pitchFamily="34" charset="-128"/>
              </a:rPr>
              <a:t>(through RM-assisted or digital channels) who benefit from clearer explanations of Hong Kong market products, including those who invest in Hong Kong and mainland-related market products.</a:t>
            </a:r>
          </a:p>
          <a:p>
            <a:r>
              <a:rPr lang="en-HK" dirty="0">
                <a:latin typeface="Yu Gothic" panose="020B0400000000000000" pitchFamily="34" charset="-128"/>
                <a:ea typeface="Yu Gothic" panose="020B0400000000000000" pitchFamily="34" charset="-128"/>
              </a:rPr>
              <a:t>The solution supports more inclusive access to structured financial information for time-constrained professionals and customers who may not have institutional research resources.</a:t>
            </a:r>
            <a:endParaRPr lang="en-HK" dirty="0"/>
          </a:p>
        </p:txBody>
      </p:sp>
    </p:spTree>
    <p:extLst>
      <p:ext uri="{BB962C8B-B14F-4D97-AF65-F5344CB8AC3E}">
        <p14:creationId xmlns:p14="http://schemas.microsoft.com/office/powerpoint/2010/main" val="3856253138"/>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2D660D-25F6-4AD8-0AA3-B33909B48512}"/>
            </a:ext>
          </a:extLst>
        </p:cNvPr>
        <p:cNvGrpSpPr/>
        <p:nvPr/>
      </p:nvGrpSpPr>
      <p:grpSpPr>
        <a:xfrm>
          <a:off x="0" y="0"/>
          <a:ext cx="0" cy="0"/>
          <a:chOff x="0" y="0"/>
          <a:chExt cx="0" cy="0"/>
        </a:xfrm>
      </p:grpSpPr>
      <p:pic>
        <p:nvPicPr>
          <p:cNvPr id="10" name="Picture 9">
            <a:extLst>
              <a:ext uri="{FF2B5EF4-FFF2-40B4-BE49-F238E27FC236}">
                <a16:creationId xmlns:a16="http://schemas.microsoft.com/office/drawing/2014/main" id="{64B6A509-B912-0882-25EC-E6A1F448DF8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832" y="0"/>
            <a:ext cx="12192000" cy="6857999"/>
          </a:xfrm>
          <a:prstGeom prst="rect">
            <a:avLst/>
          </a:prstGeom>
        </p:spPr>
      </p:pic>
      <p:sp>
        <p:nvSpPr>
          <p:cNvPr id="2" name="Rectangle 1">
            <a:extLst>
              <a:ext uri="{FF2B5EF4-FFF2-40B4-BE49-F238E27FC236}">
                <a16:creationId xmlns:a16="http://schemas.microsoft.com/office/drawing/2014/main" id="{A7CD9B69-9ACC-E669-E470-2DF9D021A04F}"/>
              </a:ext>
            </a:extLst>
          </p:cNvPr>
          <p:cNvSpPr>
            <a:spLocks/>
          </p:cNvSpPr>
          <p:nvPr/>
        </p:nvSpPr>
        <p:spPr>
          <a:xfrm>
            <a:off x="1683600" y="0"/>
            <a:ext cx="10508400" cy="6858000"/>
          </a:xfrm>
          <a:prstGeom prst="rect">
            <a:avLst/>
          </a:prstGeom>
          <a:solidFill>
            <a:srgbClr val="FFFFFF"/>
          </a:solidFill>
          <a:ln w="12700" cap="flat">
            <a:solidFill>
              <a:schemeClr val="bg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r>
              <a:rPr lang="en-HK" sz="2500" b="1" dirty="0">
                <a:latin typeface="Yu Gothic" panose="020B0400000000000000" pitchFamily="34" charset="-128"/>
                <a:ea typeface="Yu Gothic" panose="020B0400000000000000" pitchFamily="34" charset="-128"/>
              </a:rPr>
              <a:t>3. Business Issues / Customers’ Pain Points Addressed</a:t>
            </a:r>
          </a:p>
          <a:p>
            <a:r>
              <a:rPr lang="zh-CN" altLang="en-US" sz="2200" b="1" dirty="0">
                <a:latin typeface="Yu Gothic" panose="020B0400000000000000" pitchFamily="34" charset="-128"/>
                <a:ea typeface="Yu Gothic" panose="020B0400000000000000" pitchFamily="34" charset="-128"/>
              </a:rPr>
              <a:t>擬解決的業務問題或客戶</a:t>
            </a:r>
            <a:r>
              <a:rPr lang="zh-CN" altLang="en-HK" sz="2200" b="1" dirty="0">
                <a:latin typeface="Yu Gothic" panose="020B0400000000000000" pitchFamily="34" charset="-128"/>
                <a:ea typeface="Yu Gothic" panose="020B0400000000000000" pitchFamily="34" charset="-128"/>
              </a:rPr>
              <a:t>痛點</a:t>
            </a:r>
            <a:endParaRPr lang="zh-CN" altLang="en-US" sz="2200" b="1" dirty="0">
              <a:latin typeface="Yu Gothic" panose="020B0400000000000000" pitchFamily="34" charset="-128"/>
              <a:ea typeface="Yu Gothic" panose="020B0400000000000000" pitchFamily="34" charset="-128"/>
            </a:endParaRPr>
          </a:p>
          <a:p>
            <a:r>
              <a:rPr lang="en-HK" sz="2200" b="1" dirty="0">
                <a:latin typeface="Yu Gothic" panose="020B0400000000000000" pitchFamily="34" charset="-128"/>
                <a:ea typeface="Yu Gothic" panose="020B0400000000000000" pitchFamily="34" charset="-128"/>
              </a:rPr>
              <a:t>Pain Point 1: Fragmented information slows down advisory work</a:t>
            </a:r>
          </a:p>
          <a:p>
            <a:pPr indent="306000">
              <a:spcBef>
                <a:spcPts val="300"/>
              </a:spcBef>
              <a:spcAft>
                <a:spcPts val="400"/>
              </a:spcAft>
            </a:pPr>
            <a:r>
              <a:rPr lang="en-HK" dirty="0">
                <a:latin typeface="Yu Gothic" panose="020B0400000000000000" pitchFamily="34" charset="-128"/>
                <a:ea typeface="Yu Gothic" panose="020B0400000000000000" pitchFamily="34" charset="-128"/>
              </a:rPr>
              <a:t>RMs and customers often need to manually gather and cross-reference announcements, financials, news, and risk disclosures.</a:t>
            </a:r>
          </a:p>
          <a:p>
            <a:pPr indent="306000">
              <a:spcBef>
                <a:spcPts val="300"/>
              </a:spcBef>
              <a:spcAft>
                <a:spcPts val="400"/>
              </a:spcAft>
            </a:pPr>
            <a:r>
              <a:rPr lang="en-HK" b="1" dirty="0">
                <a:latin typeface="Yu Gothic" panose="020B0400000000000000" pitchFamily="34" charset="-128"/>
                <a:ea typeface="Yu Gothic" panose="020B0400000000000000" pitchFamily="34" charset="-128"/>
              </a:rPr>
              <a:t>Solution: </a:t>
            </a:r>
            <a:r>
              <a:rPr lang="en-HK" dirty="0" err="1">
                <a:latin typeface="Yu Gothic" panose="020B0400000000000000" pitchFamily="34" charset="-128"/>
                <a:ea typeface="Yu Gothic" panose="020B0400000000000000" pitchFamily="34" charset="-128"/>
              </a:rPr>
              <a:t>AlphaPilot</a:t>
            </a:r>
            <a:r>
              <a:rPr lang="en-HK" dirty="0">
                <a:latin typeface="Yu Gothic" panose="020B0400000000000000" pitchFamily="34" charset="-128"/>
                <a:ea typeface="Yu Gothic" panose="020B0400000000000000" pitchFamily="34" charset="-128"/>
              </a:rPr>
              <a:t> consolidates relevant data into a structured Evidence Packet and generates referenced summaries with visible source attribution and real-time progress via SSE streaming.</a:t>
            </a:r>
          </a:p>
          <a:p>
            <a:r>
              <a:rPr lang="en-HK" sz="2200" b="1" dirty="0">
                <a:latin typeface="Yu Gothic" panose="020B0400000000000000" pitchFamily="34" charset="-128"/>
                <a:ea typeface="Yu Gothic" panose="020B0400000000000000" pitchFamily="34" charset="-128"/>
              </a:rPr>
              <a:t>Pain Point 2: High time cost for RMs preparing client materials</a:t>
            </a:r>
          </a:p>
          <a:p>
            <a:pPr indent="306000">
              <a:spcBef>
                <a:spcPts val="300"/>
              </a:spcBef>
              <a:spcAft>
                <a:spcPts val="400"/>
              </a:spcAft>
            </a:pPr>
            <a:r>
              <a:rPr lang="en-HK" dirty="0">
                <a:latin typeface="Yu Gothic" panose="020B0400000000000000" pitchFamily="34" charset="-128"/>
                <a:ea typeface="Yu Gothic" panose="020B0400000000000000" pitchFamily="34" charset="-128"/>
              </a:rPr>
              <a:t>Manual research for client meetings is repetitive and inconsistent across different </a:t>
            </a:r>
            <a:r>
              <a:rPr lang="en-HK" dirty="0" err="1">
                <a:latin typeface="Yu Gothic" panose="020B0400000000000000" pitchFamily="34" charset="-128"/>
                <a:ea typeface="Yu Gothic" panose="020B0400000000000000" pitchFamily="34" charset="-128"/>
              </a:rPr>
              <a:t>RMs.</a:t>
            </a:r>
            <a:endParaRPr lang="en-HK" dirty="0">
              <a:latin typeface="Yu Gothic" panose="020B0400000000000000" pitchFamily="34" charset="-128"/>
              <a:ea typeface="Yu Gothic" panose="020B0400000000000000" pitchFamily="34" charset="-128"/>
            </a:endParaRPr>
          </a:p>
          <a:p>
            <a:pPr indent="306000">
              <a:spcBef>
                <a:spcPts val="300"/>
              </a:spcBef>
              <a:spcAft>
                <a:spcPts val="400"/>
              </a:spcAft>
            </a:pPr>
            <a:r>
              <a:rPr lang="en-HK" b="1" dirty="0">
                <a:latin typeface="Yu Gothic" panose="020B0400000000000000" pitchFamily="34" charset="-128"/>
                <a:ea typeface="Yu Gothic" panose="020B0400000000000000" pitchFamily="34" charset="-128"/>
              </a:rPr>
              <a:t>Solution: </a:t>
            </a:r>
            <a:r>
              <a:rPr lang="en-HK" dirty="0">
                <a:latin typeface="Yu Gothic" panose="020B0400000000000000" pitchFamily="34" charset="-128"/>
                <a:ea typeface="Yu Gothic" panose="020B0400000000000000" pitchFamily="34" charset="-128"/>
              </a:rPr>
              <a:t>The multi-agent workflow (market overview, fundamental context, news sentiment, risk factors, suitability considerations) helps RMs obtain structured, evidence-linked briefings more efficiently, with human review checkpoints built in.</a:t>
            </a:r>
          </a:p>
          <a:p>
            <a:r>
              <a:rPr lang="en-HK" sz="2200" b="1" dirty="0">
                <a:latin typeface="Yu Gothic" panose="020B0400000000000000" pitchFamily="34" charset="-128"/>
                <a:ea typeface="Yu Gothic" panose="020B0400000000000000" pitchFamily="34" charset="-128"/>
              </a:rPr>
              <a:t>Pain Point 3: Hallucination risk undermines trust in AI-assisted advisory</a:t>
            </a:r>
          </a:p>
          <a:p>
            <a:pPr indent="306000">
              <a:spcBef>
                <a:spcPts val="300"/>
              </a:spcBef>
              <a:spcAft>
                <a:spcPts val="400"/>
              </a:spcAft>
            </a:pPr>
            <a:r>
              <a:rPr lang="en-HK" dirty="0">
                <a:latin typeface="Yu Gothic" panose="020B0400000000000000" pitchFamily="34" charset="-128"/>
                <a:ea typeface="Yu Gothic" panose="020B0400000000000000" pitchFamily="34" charset="-128"/>
              </a:rPr>
              <a:t>Uncontrolled generative outputs can introduce unsupported claims.</a:t>
            </a:r>
          </a:p>
          <a:p>
            <a:pPr indent="306000">
              <a:spcBef>
                <a:spcPts val="300"/>
              </a:spcBef>
              <a:spcAft>
                <a:spcPts val="400"/>
              </a:spcAft>
            </a:pPr>
            <a:r>
              <a:rPr lang="en-HK" b="1" dirty="0">
                <a:latin typeface="Yu Gothic" panose="020B0400000000000000" pitchFamily="34" charset="-128"/>
                <a:ea typeface="Yu Gothic" panose="020B0400000000000000" pitchFamily="34" charset="-128"/>
              </a:rPr>
              <a:t>Solution: </a:t>
            </a:r>
            <a:r>
              <a:rPr lang="en-HK" dirty="0">
                <a:latin typeface="Yu Gothic" panose="020B0400000000000000" pitchFamily="34" charset="-128"/>
                <a:ea typeface="Yu Gothic" panose="020B0400000000000000" pitchFamily="34" charset="-128"/>
              </a:rPr>
              <a:t>The Five-Layer </a:t>
            </a:r>
            <a:r>
              <a:rPr lang="en-HK" dirty="0" err="1">
                <a:latin typeface="Yu Gothic" panose="020B0400000000000000" pitchFamily="34" charset="-128"/>
                <a:ea typeface="Yu Gothic" panose="020B0400000000000000" pitchFamily="34" charset="-128"/>
              </a:rPr>
              <a:t>defense</a:t>
            </a:r>
            <a:r>
              <a:rPr lang="en-HK" dirty="0">
                <a:latin typeface="Yu Gothic" panose="020B0400000000000000" pitchFamily="34" charset="-128"/>
                <a:ea typeface="Yu Gothic" panose="020B0400000000000000" pitchFamily="34" charset="-128"/>
              </a:rPr>
              <a:t> design (Evidence Packet pre-construction, schema enforcement, output gating, agent constraints, and guardrail validation) aims to minimize unsupported claims. In controlled prototype testing, no unsupported investment claims were observed across 30 test scenarios.</a:t>
            </a:r>
          </a:p>
          <a:p>
            <a:pPr indent="306000">
              <a:spcBef>
                <a:spcPts val="300"/>
              </a:spcBef>
              <a:spcAft>
                <a:spcPts val="400"/>
              </a:spcAft>
            </a:pPr>
            <a:endParaRPr lang="en-HK" dirty="0">
              <a:latin typeface="Yu Gothic" panose="020B0400000000000000" pitchFamily="34" charset="-128"/>
              <a:ea typeface="Yu Gothic" panose="020B0400000000000000" pitchFamily="34" charset="-128"/>
            </a:endParaRPr>
          </a:p>
        </p:txBody>
      </p:sp>
    </p:spTree>
    <p:extLst>
      <p:ext uri="{BB962C8B-B14F-4D97-AF65-F5344CB8AC3E}">
        <p14:creationId xmlns:p14="http://schemas.microsoft.com/office/powerpoint/2010/main" val="822211307"/>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68A9A6-14D1-25CE-0929-D5479A5B65B5}"/>
            </a:ext>
          </a:extLst>
        </p:cNvPr>
        <p:cNvGrpSpPr/>
        <p:nvPr/>
      </p:nvGrpSpPr>
      <p:grpSpPr>
        <a:xfrm>
          <a:off x="0" y="0"/>
          <a:ext cx="0" cy="0"/>
          <a:chOff x="0" y="0"/>
          <a:chExt cx="0" cy="0"/>
        </a:xfrm>
      </p:grpSpPr>
      <p:pic>
        <p:nvPicPr>
          <p:cNvPr id="10" name="Picture 9">
            <a:extLst>
              <a:ext uri="{FF2B5EF4-FFF2-40B4-BE49-F238E27FC236}">
                <a16:creationId xmlns:a16="http://schemas.microsoft.com/office/drawing/2014/main" id="{1898F0E4-B08D-ECC3-3AB6-6D36497EA19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832" y="0"/>
            <a:ext cx="12192000" cy="6857999"/>
          </a:xfrm>
          <a:prstGeom prst="rect">
            <a:avLst/>
          </a:prstGeom>
        </p:spPr>
      </p:pic>
      <p:sp>
        <p:nvSpPr>
          <p:cNvPr id="2" name="Rectangle 1">
            <a:extLst>
              <a:ext uri="{FF2B5EF4-FFF2-40B4-BE49-F238E27FC236}">
                <a16:creationId xmlns:a16="http://schemas.microsoft.com/office/drawing/2014/main" id="{96B7B9D2-B822-DB89-145D-9F0EEA6C7444}"/>
              </a:ext>
            </a:extLst>
          </p:cNvPr>
          <p:cNvSpPr>
            <a:spLocks/>
          </p:cNvSpPr>
          <p:nvPr/>
        </p:nvSpPr>
        <p:spPr>
          <a:xfrm>
            <a:off x="1673768" y="0"/>
            <a:ext cx="10508400" cy="6858000"/>
          </a:xfrm>
          <a:prstGeom prst="rect">
            <a:avLst/>
          </a:prstGeom>
          <a:solidFill>
            <a:srgbClr val="FFFFFF"/>
          </a:solidFill>
          <a:ln w="12700" cap="flat">
            <a:solidFill>
              <a:schemeClr val="bg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r>
              <a:rPr lang="en-HK" sz="2200" b="1" dirty="0">
                <a:latin typeface="Yu Gothic" panose="020B0400000000000000" pitchFamily="34" charset="-128"/>
                <a:ea typeface="Yu Gothic" panose="020B0400000000000000" pitchFamily="34" charset="-128"/>
              </a:rPr>
              <a:t>Pain Point 4: Difficulty scaling suitability and compliance considerations digitally</a:t>
            </a:r>
          </a:p>
          <a:p>
            <a:pPr indent="306000">
              <a:spcBef>
                <a:spcPts val="300"/>
              </a:spcBef>
              <a:spcAft>
                <a:spcPts val="400"/>
              </a:spcAft>
            </a:pPr>
            <a:r>
              <a:rPr lang="en-HK" dirty="0">
                <a:latin typeface="Yu Gothic" panose="020B0400000000000000" pitchFamily="34" charset="-128"/>
                <a:ea typeface="Yu Gothic" panose="020B0400000000000000" pitchFamily="34" charset="-128"/>
              </a:rPr>
              <a:t>Advisory content must consider customer risk profiles and disclosure practices.</a:t>
            </a:r>
          </a:p>
          <a:p>
            <a:pPr indent="306000">
              <a:spcBef>
                <a:spcPts val="300"/>
              </a:spcBef>
              <a:spcAft>
                <a:spcPts val="400"/>
              </a:spcAft>
            </a:pPr>
            <a:r>
              <a:rPr lang="en-HK" b="1" dirty="0">
                <a:latin typeface="Yu Gothic" panose="020B0400000000000000" pitchFamily="34" charset="-128"/>
                <a:ea typeface="Yu Gothic" panose="020B0400000000000000" pitchFamily="34" charset="-128"/>
              </a:rPr>
              <a:t>Solution: </a:t>
            </a:r>
            <a:r>
              <a:rPr lang="en-HK" dirty="0">
                <a:latin typeface="Yu Gothic" panose="020B0400000000000000" pitchFamily="34" charset="-128"/>
                <a:ea typeface="Yu Gothic" panose="020B0400000000000000" pitchFamily="34" charset="-128"/>
              </a:rPr>
              <a:t>A dedicated suitability reasoning layer compares available customer profile indicators with equity/product characteristics and produces reasoned outputs with human-in-the-loop review points and full audit trail capability. The system is designed with Hong Kong’s suitability and disclosure practices in mind.</a:t>
            </a:r>
          </a:p>
          <a:p>
            <a:r>
              <a:rPr lang="en-HK" sz="2500" b="1" dirty="0">
                <a:latin typeface="Yu Gothic" panose="020B0400000000000000" pitchFamily="34" charset="-128"/>
                <a:ea typeface="Yu Gothic" panose="020B0400000000000000" pitchFamily="34" charset="-128"/>
              </a:rPr>
              <a:t>4. Expected Results / Revenue Stream Forecast</a:t>
            </a:r>
          </a:p>
          <a:p>
            <a:r>
              <a:rPr lang="zh-CN" altLang="en-US" sz="2200" b="1" dirty="0">
                <a:latin typeface="Yu Gothic" panose="020B0400000000000000" pitchFamily="34" charset="-128"/>
                <a:ea typeface="Yu Gothic" panose="020B0400000000000000" pitchFamily="34" charset="-128"/>
              </a:rPr>
              <a:t>預測結果</a:t>
            </a:r>
            <a:r>
              <a:rPr lang="en-US" altLang="zh-CN" sz="2200" b="1" dirty="0">
                <a:latin typeface="Yu Gothic" panose="020B0400000000000000" pitchFamily="34" charset="-128"/>
                <a:ea typeface="Yu Gothic" panose="020B0400000000000000" pitchFamily="34" charset="-128"/>
              </a:rPr>
              <a:t>/ </a:t>
            </a:r>
            <a:r>
              <a:rPr lang="zh-CN" altLang="en-US" sz="2200" b="1" dirty="0">
                <a:latin typeface="Yu Gothic" panose="020B0400000000000000" pitchFamily="34" charset="-128"/>
                <a:ea typeface="Yu Gothic" panose="020B0400000000000000" pitchFamily="34" charset="-128"/>
              </a:rPr>
              <a:t>收入來源預測</a:t>
            </a:r>
          </a:p>
          <a:p>
            <a:r>
              <a:rPr lang="en-HK" sz="2200" b="1" dirty="0">
                <a:latin typeface="Yu Gothic" panose="020B0400000000000000" pitchFamily="34" charset="-128"/>
                <a:ea typeface="Yu Gothic" panose="020B0400000000000000" pitchFamily="34" charset="-128"/>
              </a:rPr>
              <a:t>Pilot Phase Objectives (controlled sandbox environment)</a:t>
            </a:r>
          </a:p>
          <a:p>
            <a:pPr marL="285750" indent="-285750">
              <a:buFont typeface="Arial" panose="020B0604020202020204" pitchFamily="34" charset="0"/>
              <a:buChar char="•"/>
            </a:pPr>
            <a:r>
              <a:rPr lang="en-HK" dirty="0">
                <a:latin typeface="Yu Gothic" panose="020B0400000000000000" pitchFamily="34" charset="-128"/>
                <a:ea typeface="Yu Gothic" panose="020B0400000000000000" pitchFamily="34" charset="-128"/>
              </a:rPr>
              <a:t>Demonstrate reduction in RM briefing preparation time, with a </a:t>
            </a:r>
            <a:r>
              <a:rPr lang="en-HK" b="1" dirty="0">
                <a:latin typeface="Yu Gothic" panose="020B0400000000000000" pitchFamily="34" charset="-128"/>
                <a:ea typeface="Yu Gothic" panose="020B0400000000000000" pitchFamily="34" charset="-128"/>
              </a:rPr>
              <a:t>target of 30–50%</a:t>
            </a:r>
            <a:r>
              <a:rPr lang="en-HK" dirty="0">
                <a:latin typeface="Yu Gothic" panose="020B0400000000000000" pitchFamily="34" charset="-128"/>
                <a:ea typeface="Yu Gothic" panose="020B0400000000000000" pitchFamily="34" charset="-128"/>
              </a:rPr>
              <a:t> improvement in pilot use cases.</a:t>
            </a:r>
          </a:p>
          <a:p>
            <a:pPr marL="285750" indent="-285750">
              <a:buFont typeface="Arial" panose="020B0604020202020204" pitchFamily="34" charset="0"/>
              <a:buChar char="•"/>
            </a:pPr>
            <a:r>
              <a:rPr lang="en-HK" dirty="0">
                <a:latin typeface="Yu Gothic" panose="020B0400000000000000" pitchFamily="34" charset="-128"/>
                <a:ea typeface="Yu Gothic" panose="020B0400000000000000" pitchFamily="34" charset="-128"/>
              </a:rPr>
              <a:t>Achieve high source traceability, with a </a:t>
            </a:r>
            <a:r>
              <a:rPr lang="en-HK" b="1" dirty="0">
                <a:latin typeface="Yu Gothic" panose="020B0400000000000000" pitchFamily="34" charset="-128"/>
                <a:ea typeface="Yu Gothic" panose="020B0400000000000000" pitchFamily="34" charset="-128"/>
              </a:rPr>
              <a:t>target of &gt;95% </a:t>
            </a:r>
            <a:r>
              <a:rPr lang="en-HK" dirty="0">
                <a:latin typeface="Yu Gothic" panose="020B0400000000000000" pitchFamily="34" charset="-128"/>
                <a:ea typeface="Yu Gothic" panose="020B0400000000000000" pitchFamily="34" charset="-128"/>
              </a:rPr>
              <a:t>of major generated claims linked to verifiable evidence.</a:t>
            </a:r>
          </a:p>
          <a:p>
            <a:pPr marL="285750" indent="-285750">
              <a:buFont typeface="Arial" panose="020B0604020202020204" pitchFamily="34" charset="0"/>
              <a:buChar char="•"/>
            </a:pPr>
            <a:r>
              <a:rPr lang="en-HK" dirty="0">
                <a:latin typeface="Yu Gothic" panose="020B0400000000000000" pitchFamily="34" charset="-128"/>
                <a:ea typeface="Yu Gothic" panose="020B0400000000000000" pitchFamily="34" charset="-128"/>
              </a:rPr>
              <a:t>Maintain a </a:t>
            </a:r>
            <a:r>
              <a:rPr lang="en-HK" b="1" dirty="0">
                <a:latin typeface="Yu Gothic" panose="020B0400000000000000" pitchFamily="34" charset="-128"/>
                <a:ea typeface="Yu Gothic" panose="020B0400000000000000" pitchFamily="34" charset="-128"/>
              </a:rPr>
              <a:t>target of zero critical unsupported investment claims </a:t>
            </a:r>
            <a:r>
              <a:rPr lang="en-HK" dirty="0">
                <a:latin typeface="Yu Gothic" panose="020B0400000000000000" pitchFamily="34" charset="-128"/>
                <a:ea typeface="Yu Gothic" panose="020B0400000000000000" pitchFamily="34" charset="-128"/>
              </a:rPr>
              <a:t>during pilot testing through evidence gating and guardrail validation.</a:t>
            </a:r>
          </a:p>
          <a:p>
            <a:pPr marL="285750" indent="-285750">
              <a:buFont typeface="Arial" panose="020B0604020202020204" pitchFamily="34" charset="0"/>
              <a:buChar char="•"/>
            </a:pPr>
            <a:r>
              <a:rPr lang="en-HK" dirty="0">
                <a:latin typeface="Yu Gothic" panose="020B0400000000000000" pitchFamily="34" charset="-128"/>
                <a:ea typeface="Yu Gothic" panose="020B0400000000000000" pitchFamily="34" charset="-128"/>
              </a:rPr>
              <a:t>Establish an auditable workflow suitable for compliance review.</a:t>
            </a:r>
          </a:p>
          <a:p>
            <a:pPr marL="285750" indent="-285750">
              <a:buFont typeface="Arial" panose="020B0604020202020204" pitchFamily="34" charset="0"/>
              <a:buChar char="•"/>
            </a:pPr>
            <a:r>
              <a:rPr lang="en-HK" dirty="0">
                <a:latin typeface="Yu Gothic" panose="020B0400000000000000" pitchFamily="34" charset="-128"/>
                <a:ea typeface="Yu Gothic" panose="020B0400000000000000" pitchFamily="34" charset="-128"/>
              </a:rPr>
              <a:t>Validate secure integration approach with bank internal systems in later stages.</a:t>
            </a:r>
          </a:p>
          <a:p>
            <a:r>
              <a:rPr lang="en-HK" sz="2200" b="1" dirty="0">
                <a:latin typeface="Yu Gothic" panose="020B0400000000000000" pitchFamily="34" charset="-128"/>
                <a:ea typeface="Yu Gothic" panose="020B0400000000000000" pitchFamily="34" charset="-128"/>
              </a:rPr>
              <a:t>Potential Commercial Directions (Post-Pilot)</a:t>
            </a:r>
            <a:endParaRPr lang="en-HK" dirty="0"/>
          </a:p>
          <a:p>
            <a:pPr marL="285750" indent="-285750">
              <a:buFont typeface="Arial" panose="020B0604020202020204" pitchFamily="34" charset="0"/>
              <a:buChar char="•"/>
            </a:pPr>
            <a:r>
              <a:rPr lang="en-HK" dirty="0">
                <a:latin typeface="Yu Gothic" panose="020B0400000000000000" pitchFamily="34" charset="-128"/>
                <a:ea typeface="Yu Gothic" panose="020B0400000000000000" pitchFamily="34" charset="-128"/>
              </a:rPr>
              <a:t>B2B SaaS licensing to banks and wealth management firms.</a:t>
            </a:r>
          </a:p>
          <a:p>
            <a:pPr marL="285750" indent="-285750">
              <a:buFont typeface="Arial" panose="020B0604020202020204" pitchFamily="34" charset="0"/>
              <a:buChar char="•"/>
            </a:pPr>
            <a:r>
              <a:rPr lang="en-HK" dirty="0">
                <a:latin typeface="Yu Gothic" panose="020B0400000000000000" pitchFamily="34" charset="-128"/>
                <a:ea typeface="Yu Gothic" panose="020B0400000000000000" pitchFamily="34" charset="-128"/>
              </a:rPr>
              <a:t>Per-seat subscription model for RMs and investment consultants.</a:t>
            </a:r>
          </a:p>
          <a:p>
            <a:pPr marL="285750" indent="-285750">
              <a:buFont typeface="Arial" panose="020B0604020202020204" pitchFamily="34" charset="0"/>
              <a:buChar char="•"/>
            </a:pPr>
            <a:r>
              <a:rPr lang="en-HK" dirty="0">
                <a:latin typeface="Yu Gothic" panose="020B0400000000000000" pitchFamily="34" charset="-128"/>
                <a:ea typeface="Yu Gothic" panose="020B0400000000000000" pitchFamily="34" charset="-128"/>
              </a:rPr>
              <a:t>API-based usage for evidence retrieval and summarized analysis.</a:t>
            </a:r>
          </a:p>
        </p:txBody>
      </p:sp>
    </p:spTree>
    <p:extLst>
      <p:ext uri="{BB962C8B-B14F-4D97-AF65-F5344CB8AC3E}">
        <p14:creationId xmlns:p14="http://schemas.microsoft.com/office/powerpoint/2010/main" val="603294082"/>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1C03CA-5645-3F20-A1F5-626E616A7D03}"/>
            </a:ext>
          </a:extLst>
        </p:cNvPr>
        <p:cNvGrpSpPr/>
        <p:nvPr/>
      </p:nvGrpSpPr>
      <p:grpSpPr>
        <a:xfrm>
          <a:off x="0" y="0"/>
          <a:ext cx="0" cy="0"/>
          <a:chOff x="0" y="0"/>
          <a:chExt cx="0" cy="0"/>
        </a:xfrm>
      </p:grpSpPr>
      <p:pic>
        <p:nvPicPr>
          <p:cNvPr id="10" name="Picture 9">
            <a:extLst>
              <a:ext uri="{FF2B5EF4-FFF2-40B4-BE49-F238E27FC236}">
                <a16:creationId xmlns:a16="http://schemas.microsoft.com/office/drawing/2014/main" id="{525A83FE-7EF8-E26C-5135-658D41D6F2F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832" y="0"/>
            <a:ext cx="12192000" cy="6857999"/>
          </a:xfrm>
          <a:prstGeom prst="rect">
            <a:avLst/>
          </a:prstGeom>
        </p:spPr>
      </p:pic>
      <p:sp>
        <p:nvSpPr>
          <p:cNvPr id="2" name="Rectangle 1">
            <a:extLst>
              <a:ext uri="{FF2B5EF4-FFF2-40B4-BE49-F238E27FC236}">
                <a16:creationId xmlns:a16="http://schemas.microsoft.com/office/drawing/2014/main" id="{5DE1989B-354E-E5BE-5638-EEE6299BF6F6}"/>
              </a:ext>
            </a:extLst>
          </p:cNvPr>
          <p:cNvSpPr>
            <a:spLocks/>
          </p:cNvSpPr>
          <p:nvPr/>
        </p:nvSpPr>
        <p:spPr>
          <a:xfrm>
            <a:off x="1673768" y="-1"/>
            <a:ext cx="10508400" cy="6858000"/>
          </a:xfrm>
          <a:prstGeom prst="rect">
            <a:avLst/>
          </a:prstGeom>
          <a:solidFill>
            <a:srgbClr val="FFFFFF"/>
          </a:solidFill>
          <a:ln w="12700" cap="flat">
            <a:solidFill>
              <a:schemeClr val="bg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285750" indent="-285750">
              <a:buFont typeface="Arial" panose="020B0604020202020204" pitchFamily="34" charset="0"/>
              <a:buChar char="•"/>
            </a:pPr>
            <a:r>
              <a:rPr lang="en-HK" dirty="0">
                <a:latin typeface="Yu Gothic" panose="020B0400000000000000" pitchFamily="34" charset="-128"/>
                <a:ea typeface="Yu Gothic" panose="020B0400000000000000" pitchFamily="34" charset="-128"/>
              </a:rPr>
              <a:t>Enterprise integration services for connection to internal knowledge bases and compliance systems.</a:t>
            </a:r>
          </a:p>
          <a:p>
            <a:pPr marL="285750" indent="-285750">
              <a:buFont typeface="Arial" panose="020B0604020202020204" pitchFamily="34" charset="0"/>
              <a:buChar char="•"/>
            </a:pPr>
            <a:r>
              <a:rPr lang="en-HK" dirty="0">
                <a:latin typeface="Yu Gothic" panose="020B0400000000000000" pitchFamily="34" charset="-128"/>
                <a:ea typeface="Yu Gothic" panose="020B0400000000000000" pitchFamily="34" charset="-128"/>
              </a:rPr>
              <a:t>Optional premium modules for enhanced audit logging and suitability reporting.</a:t>
            </a:r>
          </a:p>
          <a:p>
            <a:pPr marL="285750" indent="-285750">
              <a:buFont typeface="Arial" panose="020B0604020202020204" pitchFamily="34" charset="0"/>
              <a:buChar char="•"/>
            </a:pPr>
            <a:r>
              <a:rPr lang="en-HK" dirty="0">
                <a:latin typeface="Yu Gothic" panose="020B0400000000000000" pitchFamily="34" charset="-128"/>
                <a:ea typeface="Yu Gothic" panose="020B0400000000000000" pitchFamily="34" charset="-128"/>
              </a:rPr>
              <a:t>The near-term priority is successful pilot validation with a banking partner.</a:t>
            </a:r>
          </a:p>
          <a:p>
            <a:r>
              <a:rPr lang="en-HK" sz="2200" b="1" dirty="0">
                <a:latin typeface="Yu Gothic" panose="020B0400000000000000" pitchFamily="34" charset="-128"/>
                <a:ea typeface="Yu Gothic" panose="020B0400000000000000" pitchFamily="34" charset="-128"/>
              </a:rPr>
              <a:t>Next-Stage Enhancement Roadmap</a:t>
            </a:r>
            <a:endParaRPr lang="en-HK" dirty="0"/>
          </a:p>
          <a:p>
            <a:pPr indent="306000">
              <a:spcBef>
                <a:spcPts val="300"/>
              </a:spcBef>
              <a:spcAft>
                <a:spcPts val="400"/>
              </a:spcAft>
            </a:pPr>
            <a:r>
              <a:rPr lang="en-HK" dirty="0">
                <a:latin typeface="Yu Gothic" panose="020B0400000000000000" pitchFamily="34" charset="-128"/>
                <a:ea typeface="Yu Gothic" panose="020B0400000000000000" pitchFamily="34" charset="-128"/>
              </a:rPr>
              <a:t>Beyond the current prototype, </a:t>
            </a:r>
            <a:r>
              <a:rPr lang="en-HK" dirty="0" err="1">
                <a:latin typeface="Yu Gothic" panose="020B0400000000000000" pitchFamily="34" charset="-128"/>
                <a:ea typeface="Yu Gothic" panose="020B0400000000000000" pitchFamily="34" charset="-128"/>
              </a:rPr>
              <a:t>AlphaPilot</a:t>
            </a:r>
            <a:r>
              <a:rPr lang="en-HK" dirty="0">
                <a:latin typeface="Yu Gothic" panose="020B0400000000000000" pitchFamily="34" charset="-128"/>
                <a:ea typeface="Yu Gothic" panose="020B0400000000000000" pitchFamily="34" charset="-128"/>
              </a:rPr>
              <a:t> will be further enhanced in the following directions during the pilot phase:</a:t>
            </a:r>
          </a:p>
          <a:p>
            <a:pPr marL="285750" indent="-285750">
              <a:buFont typeface="Arial" panose="020B0604020202020204" pitchFamily="34" charset="0"/>
              <a:buChar char="•"/>
            </a:pPr>
            <a:r>
              <a:rPr lang="en-HK" b="1" dirty="0">
                <a:latin typeface="Yu Gothic" panose="020B0400000000000000" pitchFamily="34" charset="-128"/>
                <a:ea typeface="Yu Gothic" panose="020B0400000000000000" pitchFamily="34" charset="-128"/>
              </a:rPr>
              <a:t>Suitability Checker: </a:t>
            </a:r>
            <a:r>
              <a:rPr lang="en-HK" dirty="0">
                <a:latin typeface="Yu Gothic" panose="020B0400000000000000" pitchFamily="34" charset="-128"/>
                <a:ea typeface="Yu Gothic" panose="020B0400000000000000" pitchFamily="34" charset="-128"/>
              </a:rPr>
              <a:t>match customer risk profiles, investment horizon, and experience level against equity/product risk characteristics.</a:t>
            </a:r>
          </a:p>
          <a:p>
            <a:pPr marL="285750" indent="-285750">
              <a:buFont typeface="Arial" panose="020B0604020202020204" pitchFamily="34" charset="0"/>
              <a:buChar char="•"/>
            </a:pPr>
            <a:r>
              <a:rPr lang="en-HK" b="1" dirty="0">
                <a:latin typeface="Yu Gothic" panose="020B0400000000000000" pitchFamily="34" charset="-128"/>
                <a:ea typeface="Yu Gothic" panose="020B0400000000000000" pitchFamily="34" charset="-128"/>
              </a:rPr>
              <a:t>Evidence Trace Panel: </a:t>
            </a:r>
            <a:r>
              <a:rPr lang="en-HK" dirty="0">
                <a:latin typeface="Yu Gothic" panose="020B0400000000000000" pitchFamily="34" charset="-128"/>
                <a:ea typeface="Yu Gothic" panose="020B0400000000000000" pitchFamily="34" charset="-128"/>
              </a:rPr>
              <a:t>display source URL, timestamp, confidence level, and missing-data flags for major generated claims.</a:t>
            </a:r>
          </a:p>
          <a:p>
            <a:pPr marL="285750" indent="-285750">
              <a:buFont typeface="Arial" panose="020B0604020202020204" pitchFamily="34" charset="0"/>
              <a:buChar char="•"/>
            </a:pPr>
            <a:r>
              <a:rPr lang="en-HK" b="1" dirty="0">
                <a:latin typeface="Yu Gothic" panose="020B0400000000000000" pitchFamily="34" charset="-128"/>
                <a:ea typeface="Yu Gothic" panose="020B0400000000000000" pitchFamily="34" charset="-128"/>
              </a:rPr>
              <a:t>RM Briefing Export: </a:t>
            </a:r>
            <a:r>
              <a:rPr lang="en-HK" dirty="0">
                <a:latin typeface="Yu Gothic" panose="020B0400000000000000" pitchFamily="34" charset="-128"/>
                <a:ea typeface="Yu Gothic" panose="020B0400000000000000" pitchFamily="34" charset="-128"/>
              </a:rPr>
              <a:t>generate structured client briefing reports including market facts, recent announcements, risk factors, suitability notes, and disclaimers.</a:t>
            </a:r>
          </a:p>
          <a:p>
            <a:pPr marL="285750" indent="-285750">
              <a:buFont typeface="Arial" panose="020B0604020202020204" pitchFamily="34" charset="0"/>
              <a:buChar char="•"/>
            </a:pPr>
            <a:r>
              <a:rPr lang="en-HK" b="1" dirty="0">
                <a:latin typeface="Yu Gothic" panose="020B0400000000000000" pitchFamily="34" charset="-128"/>
                <a:ea typeface="Yu Gothic" panose="020B0400000000000000" pitchFamily="34" charset="-128"/>
              </a:rPr>
              <a:t>Compliance Mode: </a:t>
            </a:r>
            <a:r>
              <a:rPr lang="en-HK" dirty="0">
                <a:latin typeface="Yu Gothic" panose="020B0400000000000000" pitchFamily="34" charset="-128"/>
                <a:ea typeface="Yu Gothic" panose="020B0400000000000000" pitchFamily="34" charset="-128"/>
              </a:rPr>
              <a:t>provide a conservative output mode that restricts unsupported target prices, strong buy/sell language, and unverified claims.</a:t>
            </a:r>
          </a:p>
          <a:p>
            <a:pPr marL="285750" indent="-285750">
              <a:buFont typeface="Arial" panose="020B0604020202020204" pitchFamily="34" charset="0"/>
              <a:buChar char="•"/>
            </a:pPr>
            <a:r>
              <a:rPr lang="en-HK" b="1" dirty="0">
                <a:latin typeface="Yu Gothic" panose="020B0400000000000000" pitchFamily="34" charset="-128"/>
                <a:ea typeface="Yu Gothic" panose="020B0400000000000000" pitchFamily="34" charset="-128"/>
              </a:rPr>
              <a:t>Bank Knowledge Integration: </a:t>
            </a:r>
            <a:r>
              <a:rPr lang="en-HK" dirty="0">
                <a:latin typeface="Yu Gothic" panose="020B0400000000000000" pitchFamily="34" charset="-128"/>
                <a:ea typeface="Yu Gothic" panose="020B0400000000000000" pitchFamily="34" charset="-128"/>
              </a:rPr>
              <a:t>connect to approved internal product documents, compliance rules, FAQ, and CRM profile data through secure APIs in later phases.</a:t>
            </a:r>
          </a:p>
          <a:p>
            <a:r>
              <a:rPr lang="en-HK" sz="2500" b="1" dirty="0">
                <a:latin typeface="Yu Gothic" panose="020B0400000000000000" pitchFamily="34" charset="-128"/>
                <a:ea typeface="Yu Gothic" panose="020B0400000000000000" pitchFamily="34" charset="-128"/>
              </a:rPr>
              <a:t>5. Cost and Benefit Analysis / </a:t>
            </a:r>
            <a:r>
              <a:rPr lang="zh-CN" altLang="en-US" sz="2500" b="1" dirty="0">
                <a:latin typeface="Yu Gothic" panose="020B0400000000000000" pitchFamily="34" charset="-128"/>
                <a:ea typeface="Yu Gothic" panose="020B0400000000000000" pitchFamily="34" charset="-128"/>
              </a:rPr>
              <a:t>成本效益分析</a:t>
            </a:r>
            <a:endParaRPr lang="zh-CN" altLang="en-US" dirty="0"/>
          </a:p>
          <a:p>
            <a:pPr indent="306000">
              <a:spcBef>
                <a:spcPts val="300"/>
              </a:spcBef>
              <a:spcAft>
                <a:spcPts val="400"/>
              </a:spcAft>
            </a:pPr>
            <a:r>
              <a:rPr lang="en-HK" b="1" dirty="0">
                <a:latin typeface="Yu Gothic" panose="020B0400000000000000" pitchFamily="34" charset="-128"/>
                <a:ea typeface="Yu Gothic" panose="020B0400000000000000" pitchFamily="34" charset="-128"/>
              </a:rPr>
              <a:t>Pilot-Phase Costs </a:t>
            </a:r>
            <a:r>
              <a:rPr lang="en-HK" dirty="0">
                <a:latin typeface="Yu Gothic" panose="020B0400000000000000" pitchFamily="34" charset="-128"/>
                <a:ea typeface="Yu Gothic" panose="020B0400000000000000" pitchFamily="34" charset="-128"/>
              </a:rPr>
              <a:t>include data integration, secure cloud infrastructure, compliance-oriented testing, UI components for RM workflows, and security/access control measures.</a:t>
            </a:r>
          </a:p>
          <a:p>
            <a:pPr indent="306000">
              <a:spcBef>
                <a:spcPts val="300"/>
              </a:spcBef>
              <a:spcAft>
                <a:spcPts val="400"/>
              </a:spcAft>
            </a:pPr>
            <a:r>
              <a:rPr lang="en-HK" b="1" dirty="0">
                <a:latin typeface="Yu Gothic" panose="020B0400000000000000" pitchFamily="34" charset="-128"/>
                <a:ea typeface="Yu Gothic" panose="020B0400000000000000" pitchFamily="34" charset="-128"/>
              </a:rPr>
              <a:t>Expected Benefits:</a:t>
            </a:r>
          </a:p>
          <a:p>
            <a:pPr marL="285750" lvl="4" indent="-285750">
              <a:spcBef>
                <a:spcPts val="300"/>
              </a:spcBef>
              <a:spcAft>
                <a:spcPts val="400"/>
              </a:spcAft>
              <a:buFont typeface="Arial" panose="020B0604020202020204" pitchFamily="34" charset="0"/>
              <a:buChar char="•"/>
            </a:pPr>
            <a:r>
              <a:rPr lang="en-HK" dirty="0">
                <a:latin typeface="Yu Gothic" panose="020B0400000000000000" pitchFamily="34" charset="-128"/>
                <a:ea typeface="Yu Gothic" panose="020B0400000000000000" pitchFamily="34" charset="-128"/>
              </a:rPr>
              <a:t>Improved efficiency for RMs in preparing evidence-based client briefings.</a:t>
            </a:r>
          </a:p>
        </p:txBody>
      </p:sp>
    </p:spTree>
    <p:extLst>
      <p:ext uri="{BB962C8B-B14F-4D97-AF65-F5344CB8AC3E}">
        <p14:creationId xmlns:p14="http://schemas.microsoft.com/office/powerpoint/2010/main" val="3533960891"/>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809511-CDF2-4A57-8B86-B1841F76CAB7}"/>
            </a:ext>
          </a:extLst>
        </p:cNvPr>
        <p:cNvGrpSpPr/>
        <p:nvPr/>
      </p:nvGrpSpPr>
      <p:grpSpPr>
        <a:xfrm>
          <a:off x="0" y="0"/>
          <a:ext cx="0" cy="0"/>
          <a:chOff x="0" y="0"/>
          <a:chExt cx="0" cy="0"/>
        </a:xfrm>
      </p:grpSpPr>
      <p:pic>
        <p:nvPicPr>
          <p:cNvPr id="10" name="Picture 9">
            <a:extLst>
              <a:ext uri="{FF2B5EF4-FFF2-40B4-BE49-F238E27FC236}">
                <a16:creationId xmlns:a16="http://schemas.microsoft.com/office/drawing/2014/main" id="{81F7D16A-3B77-0EAE-AB5D-583BBA0DF16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832" y="0"/>
            <a:ext cx="12192000" cy="6857999"/>
          </a:xfrm>
          <a:prstGeom prst="rect">
            <a:avLst/>
          </a:prstGeom>
        </p:spPr>
      </p:pic>
      <p:sp>
        <p:nvSpPr>
          <p:cNvPr id="2" name="Rectangle 1">
            <a:extLst>
              <a:ext uri="{FF2B5EF4-FFF2-40B4-BE49-F238E27FC236}">
                <a16:creationId xmlns:a16="http://schemas.microsoft.com/office/drawing/2014/main" id="{0C2F363D-BB12-DA14-9440-592CA54F88C1}"/>
              </a:ext>
            </a:extLst>
          </p:cNvPr>
          <p:cNvSpPr>
            <a:spLocks/>
          </p:cNvSpPr>
          <p:nvPr/>
        </p:nvSpPr>
        <p:spPr>
          <a:xfrm>
            <a:off x="1673768" y="-1"/>
            <a:ext cx="10508400" cy="6858000"/>
          </a:xfrm>
          <a:prstGeom prst="rect">
            <a:avLst/>
          </a:prstGeom>
          <a:solidFill>
            <a:srgbClr val="FFFFFF"/>
          </a:solidFill>
          <a:ln w="12700" cap="flat">
            <a:solidFill>
              <a:schemeClr val="bg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285750" lvl="4" indent="-285750">
              <a:spcBef>
                <a:spcPts val="300"/>
              </a:spcBef>
              <a:spcAft>
                <a:spcPts val="400"/>
              </a:spcAft>
              <a:buFont typeface="Arial" panose="020B0604020202020204" pitchFamily="34" charset="0"/>
              <a:buChar char="•"/>
            </a:pPr>
            <a:r>
              <a:rPr lang="en-HK" dirty="0">
                <a:latin typeface="Yu Gothic" panose="020B0400000000000000" pitchFamily="34" charset="-128"/>
                <a:ea typeface="Yu Gothic" panose="020B0400000000000000" pitchFamily="34" charset="-128"/>
              </a:rPr>
              <a:t>Greater consistency in customer-facing explanations.</a:t>
            </a:r>
          </a:p>
          <a:p>
            <a:pPr marL="285750" lvl="4" indent="-285750">
              <a:spcBef>
                <a:spcPts val="300"/>
              </a:spcBef>
              <a:spcAft>
                <a:spcPts val="400"/>
              </a:spcAft>
              <a:buFont typeface="Arial" panose="020B0604020202020204" pitchFamily="34" charset="0"/>
              <a:buChar char="•"/>
            </a:pPr>
            <a:r>
              <a:rPr lang="en-HK" dirty="0">
                <a:latin typeface="Yu Gothic" panose="020B0400000000000000" pitchFamily="34" charset="-128"/>
                <a:ea typeface="Yu Gothic" panose="020B0400000000000000" pitchFamily="34" charset="-128"/>
              </a:rPr>
              <a:t>Stronger traceability and audit capability for compliance teams.</a:t>
            </a:r>
          </a:p>
          <a:p>
            <a:pPr marL="285750" lvl="4" indent="-285750">
              <a:spcBef>
                <a:spcPts val="300"/>
              </a:spcBef>
              <a:spcAft>
                <a:spcPts val="400"/>
              </a:spcAft>
              <a:buFont typeface="Arial" panose="020B0604020202020204" pitchFamily="34" charset="0"/>
              <a:buChar char="•"/>
            </a:pPr>
            <a:r>
              <a:rPr lang="en-HK" dirty="0">
                <a:latin typeface="Yu Gothic" panose="020B0400000000000000" pitchFamily="34" charset="-128"/>
                <a:ea typeface="Yu Gothic" panose="020B0400000000000000" pitchFamily="34" charset="-128"/>
              </a:rPr>
              <a:t>Lower risk profile for AI adoption compared to ungrounded generative tools, through human-in-the-loop design and evidence gating.</a:t>
            </a:r>
          </a:p>
          <a:p>
            <a:pPr marL="285750" lvl="4" indent="-285750">
              <a:spcBef>
                <a:spcPts val="300"/>
              </a:spcBef>
              <a:spcAft>
                <a:spcPts val="400"/>
              </a:spcAft>
              <a:buFont typeface="Arial" panose="020B0604020202020204" pitchFamily="34" charset="0"/>
              <a:buChar char="•"/>
            </a:pPr>
            <a:r>
              <a:rPr lang="en-HK" dirty="0">
                <a:latin typeface="Yu Gothic" panose="020B0400000000000000" pitchFamily="34" charset="-128"/>
                <a:ea typeface="Yu Gothic" panose="020B0400000000000000" pitchFamily="34" charset="-128"/>
              </a:rPr>
              <a:t>Support for more inclusive delivery of structured financial information to retail customers via digital channels or RM assistance.</a:t>
            </a:r>
          </a:p>
          <a:p>
            <a:pPr indent="306000">
              <a:spcBef>
                <a:spcPts val="300"/>
              </a:spcBef>
              <a:spcAft>
                <a:spcPts val="400"/>
              </a:spcAft>
            </a:pPr>
            <a:r>
              <a:rPr lang="en-HK" dirty="0">
                <a:latin typeface="Yu Gothic" panose="020B0400000000000000" pitchFamily="34" charset="-128"/>
                <a:ea typeface="Yu Gothic" panose="020B0400000000000000" pitchFamily="34" charset="-128"/>
              </a:rPr>
              <a:t>This approach prioritizes responsible, auditable AI support rather than full automation of advisory decisions.</a:t>
            </a:r>
          </a:p>
          <a:p>
            <a:r>
              <a:rPr lang="en-HK" sz="2500" b="1" dirty="0">
                <a:latin typeface="Yu Gothic" panose="020B0400000000000000" pitchFamily="34" charset="-128"/>
                <a:ea typeface="Yu Gothic" panose="020B0400000000000000" pitchFamily="34" charset="-128"/>
              </a:rPr>
              <a:t>6. Anticipated Challenges &amp; Solutions</a:t>
            </a:r>
          </a:p>
          <a:p>
            <a:r>
              <a:rPr lang="zh-CN" altLang="en-US" sz="2200" b="1" dirty="0">
                <a:latin typeface="Yu Gothic" panose="020B0400000000000000" pitchFamily="34" charset="-128"/>
                <a:ea typeface="Yu Gothic" panose="020B0400000000000000" pitchFamily="34" charset="-128"/>
              </a:rPr>
              <a:t>預期挑戰與對應的解決方案</a:t>
            </a:r>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p:txBody>
      </p:sp>
      <p:graphicFrame>
        <p:nvGraphicFramePr>
          <p:cNvPr id="3" name="Table 2">
            <a:extLst>
              <a:ext uri="{FF2B5EF4-FFF2-40B4-BE49-F238E27FC236}">
                <a16:creationId xmlns:a16="http://schemas.microsoft.com/office/drawing/2014/main" id="{403DA75F-51AA-A6DF-484A-56BE60666988}"/>
              </a:ext>
            </a:extLst>
          </p:cNvPr>
          <p:cNvGraphicFramePr>
            <a:graphicFrameLocks noGrp="1"/>
          </p:cNvGraphicFramePr>
          <p:nvPr>
            <p:extLst>
              <p:ext uri="{D42A27DB-BD31-4B8C-83A1-F6EECF244321}">
                <p14:modId xmlns:p14="http://schemas.microsoft.com/office/powerpoint/2010/main" val="1051164854"/>
              </p:ext>
            </p:extLst>
          </p:nvPr>
        </p:nvGraphicFramePr>
        <p:xfrm>
          <a:off x="2411604" y="3667648"/>
          <a:ext cx="8106628" cy="2862328"/>
        </p:xfrm>
        <a:graphic>
          <a:graphicData uri="http://schemas.openxmlformats.org/drawingml/2006/table">
            <a:tbl>
              <a:tblPr firstRow="1" bandRow="1">
                <a:tableStyleId>{5940675A-B579-460E-94D1-54222C63F5DA}</a:tableStyleId>
              </a:tblPr>
              <a:tblGrid>
                <a:gridCol w="4042628">
                  <a:extLst>
                    <a:ext uri="{9D8B030D-6E8A-4147-A177-3AD203B41FA5}">
                      <a16:colId xmlns:a16="http://schemas.microsoft.com/office/drawing/2014/main" val="440028923"/>
                    </a:ext>
                  </a:extLst>
                </a:gridCol>
                <a:gridCol w="4064000">
                  <a:extLst>
                    <a:ext uri="{9D8B030D-6E8A-4147-A177-3AD203B41FA5}">
                      <a16:colId xmlns:a16="http://schemas.microsoft.com/office/drawing/2014/main" val="2482137261"/>
                    </a:ext>
                  </a:extLst>
                </a:gridCol>
              </a:tblGrid>
              <a:tr h="37379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HK" b="1" dirty="0">
                          <a:latin typeface="Yu Gothic UI" panose="020B0500000000000000" pitchFamily="34" charset="-128"/>
                          <a:ea typeface="Yu Gothic UI" panose="020B0500000000000000" pitchFamily="34" charset="-128"/>
                        </a:rPr>
                        <a:t>Challenge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HK" sz="1200" b="1" i="0" u="none" strike="noStrike" cap="none" spc="0" baseline="0" dirty="0">
                          <a:solidFill>
                            <a:schemeClr val="tx1"/>
                          </a:solidFill>
                          <a:uFillTx/>
                          <a:latin typeface="Yu Gothic UI" panose="020B0500000000000000" pitchFamily="34" charset="-128"/>
                          <a:ea typeface="Yu Gothic UI" panose="020B0500000000000000" pitchFamily="34" charset="-128"/>
                          <a:cs typeface="+mn-cs"/>
                          <a:sym typeface="Calibri"/>
                        </a:rPr>
                        <a:t>Solution</a:t>
                      </a:r>
                    </a:p>
                  </a:txBody>
                  <a:tcPr/>
                </a:tc>
                <a:extLst>
                  <a:ext uri="{0D108BD9-81ED-4DB2-BD59-A6C34878D82A}">
                    <a16:rowId xmlns:a16="http://schemas.microsoft.com/office/drawing/2014/main" val="900328652"/>
                  </a:ext>
                </a:extLst>
              </a:tr>
              <a:tr h="82951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HK" b="1" dirty="0"/>
                        <a:t>Data consistency across providers</a:t>
                      </a:r>
                      <a:endParaRPr lang="en-HK"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HK" dirty="0"/>
                        <a:t>Multi-source collection with source prioritization, confidence scoring, and explicit flagging of gaps or conflicts. Official sources such as HKEX announcements are given priority weighting.</a:t>
                      </a:r>
                    </a:p>
                  </a:txBody>
                  <a:tcPr/>
                </a:tc>
                <a:extLst>
                  <a:ext uri="{0D108BD9-81ED-4DB2-BD59-A6C34878D82A}">
                    <a16:rowId xmlns:a16="http://schemas.microsoft.com/office/drawing/2014/main" val="2707130948"/>
                  </a:ext>
                </a:extLst>
              </a:tr>
              <a:tr h="82951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HK" b="1" dirty="0"/>
                        <a:t>Risk of unsupported AI-generated claims</a:t>
                      </a:r>
                      <a:endParaRPr lang="en-HK"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HK" dirty="0"/>
                        <a:t>Five-Layer </a:t>
                      </a:r>
                      <a:r>
                        <a:rPr lang="en-HK" dirty="0" err="1"/>
                        <a:t>defense</a:t>
                      </a:r>
                      <a:r>
                        <a:rPr lang="en-HK" dirty="0"/>
                        <a:t> design with Evidence Packet pre-construction and output-level gating. Internal prototype testing showed no observed unsupported claims across 30 controlled scenarios.</a:t>
                      </a:r>
                    </a:p>
                  </a:txBody>
                  <a:tcPr/>
                </a:tc>
                <a:extLst>
                  <a:ext uri="{0D108BD9-81ED-4DB2-BD59-A6C34878D82A}">
                    <a16:rowId xmlns:a16="http://schemas.microsoft.com/office/drawing/2014/main" val="2021045939"/>
                  </a:ext>
                </a:extLst>
              </a:tr>
              <a:tr h="82951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HK" b="1" dirty="0"/>
                        <a:t>Regulatory and suitability requirements</a:t>
                      </a:r>
                      <a:endParaRPr lang="en-HK"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HK" dirty="0"/>
                        <a:t>The system is designed as advisory support with explicit suitability reasoning, risk context, human review checkpoints, and audit trail generation. It is designed with Hong Kong’s suitability and disclosure practices in mind.</a:t>
                      </a:r>
                    </a:p>
                  </a:txBody>
                  <a:tcPr/>
                </a:tc>
                <a:extLst>
                  <a:ext uri="{0D108BD9-81ED-4DB2-BD59-A6C34878D82A}">
                    <a16:rowId xmlns:a16="http://schemas.microsoft.com/office/drawing/2014/main" val="201057888"/>
                  </a:ext>
                </a:extLst>
              </a:tr>
            </a:tbl>
          </a:graphicData>
        </a:graphic>
      </p:graphicFrame>
    </p:spTree>
    <p:extLst>
      <p:ext uri="{BB962C8B-B14F-4D97-AF65-F5344CB8AC3E}">
        <p14:creationId xmlns:p14="http://schemas.microsoft.com/office/powerpoint/2010/main" val="3596665262"/>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17F098-B814-3533-2DD4-7E04FFE191F4}"/>
            </a:ext>
          </a:extLst>
        </p:cNvPr>
        <p:cNvGrpSpPr/>
        <p:nvPr/>
      </p:nvGrpSpPr>
      <p:grpSpPr>
        <a:xfrm>
          <a:off x="0" y="0"/>
          <a:ext cx="0" cy="0"/>
          <a:chOff x="0" y="0"/>
          <a:chExt cx="0" cy="0"/>
        </a:xfrm>
      </p:grpSpPr>
      <p:pic>
        <p:nvPicPr>
          <p:cNvPr id="10" name="Picture 9">
            <a:extLst>
              <a:ext uri="{FF2B5EF4-FFF2-40B4-BE49-F238E27FC236}">
                <a16:creationId xmlns:a16="http://schemas.microsoft.com/office/drawing/2014/main" id="{97B553D0-400D-64C6-E065-6DCF7D7AA61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832" y="0"/>
            <a:ext cx="12192000" cy="6857999"/>
          </a:xfrm>
          <a:prstGeom prst="rect">
            <a:avLst/>
          </a:prstGeom>
        </p:spPr>
      </p:pic>
      <p:sp>
        <p:nvSpPr>
          <p:cNvPr id="2" name="Rectangle 1">
            <a:extLst>
              <a:ext uri="{FF2B5EF4-FFF2-40B4-BE49-F238E27FC236}">
                <a16:creationId xmlns:a16="http://schemas.microsoft.com/office/drawing/2014/main" id="{1E56B368-7148-7099-D5C1-D8AB1966A5FF}"/>
              </a:ext>
            </a:extLst>
          </p:cNvPr>
          <p:cNvSpPr>
            <a:spLocks/>
          </p:cNvSpPr>
          <p:nvPr/>
        </p:nvSpPr>
        <p:spPr>
          <a:xfrm>
            <a:off x="1673768" y="0"/>
            <a:ext cx="10508400" cy="6858000"/>
          </a:xfrm>
          <a:prstGeom prst="rect">
            <a:avLst/>
          </a:prstGeom>
          <a:solidFill>
            <a:srgbClr val="FFFFFF"/>
          </a:solidFill>
          <a:ln w="12700" cap="flat">
            <a:solidFill>
              <a:schemeClr val="bg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endParaRPr lang="en-HK" b="1" dirty="0"/>
          </a:p>
          <a:p>
            <a:endParaRPr lang="en-HK" b="1" dirty="0"/>
          </a:p>
          <a:p>
            <a:endParaRPr lang="en-HK" b="1" dirty="0"/>
          </a:p>
          <a:p>
            <a:endParaRPr lang="en-HK" b="1" dirty="0"/>
          </a:p>
          <a:p>
            <a:endParaRPr lang="en-HK" b="1" dirty="0"/>
          </a:p>
          <a:p>
            <a:endParaRPr lang="en-HK" b="1" dirty="0"/>
          </a:p>
          <a:p>
            <a:endParaRPr lang="en-HK" sz="2500" b="1" dirty="0">
              <a:latin typeface="Yu Gothic" panose="020B0400000000000000" pitchFamily="34" charset="-128"/>
              <a:ea typeface="Yu Gothic" panose="020B0400000000000000" pitchFamily="34" charset="-128"/>
            </a:endParaRPr>
          </a:p>
          <a:p>
            <a:r>
              <a:rPr lang="en-HK" sz="2500" b="1" dirty="0">
                <a:latin typeface="Yu Gothic" panose="020B0400000000000000" pitchFamily="34" charset="-128"/>
                <a:ea typeface="Yu Gothic" panose="020B0400000000000000" pitchFamily="34" charset="-128"/>
              </a:rPr>
              <a:t>7. Why </a:t>
            </a:r>
            <a:r>
              <a:rPr lang="en-HK" sz="2500" b="1" dirty="0" err="1">
                <a:latin typeface="Yu Gothic" panose="020B0400000000000000" pitchFamily="34" charset="-128"/>
                <a:ea typeface="Yu Gothic" panose="020B0400000000000000" pitchFamily="34" charset="-128"/>
              </a:rPr>
              <a:t>AlphaPilot</a:t>
            </a:r>
            <a:r>
              <a:rPr lang="en-HK" sz="2500" b="1" dirty="0">
                <a:latin typeface="Yu Gothic" panose="020B0400000000000000" pitchFamily="34" charset="-128"/>
                <a:ea typeface="Yu Gothic" panose="020B0400000000000000" pitchFamily="34" charset="-128"/>
              </a:rPr>
              <a:t> for BOCHK?</a:t>
            </a:r>
          </a:p>
          <a:p>
            <a:pPr indent="306000">
              <a:spcBef>
                <a:spcPts val="300"/>
              </a:spcBef>
              <a:spcAft>
                <a:spcPts val="400"/>
              </a:spcAft>
            </a:pPr>
            <a:r>
              <a:rPr lang="en-HK" dirty="0" err="1">
                <a:latin typeface="Yu Gothic" panose="020B0400000000000000" pitchFamily="34" charset="-128"/>
                <a:ea typeface="Yu Gothic" panose="020B0400000000000000" pitchFamily="34" charset="-128"/>
              </a:rPr>
              <a:t>AlphaPilot</a:t>
            </a:r>
            <a:r>
              <a:rPr lang="en-HK" dirty="0">
                <a:latin typeface="Yu Gothic" panose="020B0400000000000000" pitchFamily="34" charset="-128"/>
                <a:ea typeface="Yu Gothic" panose="020B0400000000000000" pitchFamily="34" charset="-128"/>
              </a:rPr>
              <a:t> is designed to support BOCHK’s objectives in digital banking and responsible technology adoption:</a:t>
            </a:r>
          </a:p>
          <a:p>
            <a:pPr indent="306000">
              <a:spcBef>
                <a:spcPts val="300"/>
              </a:spcBef>
              <a:spcAft>
                <a:spcPts val="400"/>
              </a:spcAft>
            </a:pPr>
            <a:r>
              <a:rPr lang="en-HK" dirty="0">
                <a:latin typeface="Yu Gothic" panose="020B0400000000000000" pitchFamily="34" charset="-128"/>
                <a:ea typeface="Yu Gothic" panose="020B0400000000000000" pitchFamily="34" charset="-128"/>
              </a:rPr>
              <a:t>It offers RMs a structured, evidence-linked workflow that can reduce time spent on routine research while maintaining human oversight.</a:t>
            </a:r>
          </a:p>
          <a:p>
            <a:pPr indent="306000">
              <a:spcBef>
                <a:spcPts val="300"/>
              </a:spcBef>
              <a:spcAft>
                <a:spcPts val="400"/>
              </a:spcAft>
            </a:pPr>
            <a:r>
              <a:rPr lang="en-HK" dirty="0">
                <a:latin typeface="Yu Gothic" panose="020B0400000000000000" pitchFamily="34" charset="-128"/>
                <a:ea typeface="Yu Gothic" panose="020B0400000000000000" pitchFamily="34" charset="-128"/>
              </a:rPr>
              <a:t>It provides clearer, more consistent information support for retail customers, including those who need explanations of Hong Kong market products.</a:t>
            </a:r>
          </a:p>
          <a:p>
            <a:pPr indent="306000">
              <a:spcBef>
                <a:spcPts val="300"/>
              </a:spcBef>
              <a:spcAft>
                <a:spcPts val="400"/>
              </a:spcAft>
            </a:pPr>
            <a:r>
              <a:rPr lang="en-HK" dirty="0">
                <a:latin typeface="Yu Gothic" panose="020B0400000000000000" pitchFamily="34" charset="-128"/>
                <a:ea typeface="Yu Gothic" panose="020B0400000000000000" pitchFamily="34" charset="-128"/>
              </a:rPr>
              <a:t>The combination of Evidence Packet traceability, output gating, and suitability reasoning creates an auditable foundation aligned with expectations for AI use in advisory contexts.</a:t>
            </a:r>
          </a:p>
          <a:p>
            <a:pPr indent="306000">
              <a:spcBef>
                <a:spcPts val="300"/>
              </a:spcBef>
              <a:spcAft>
                <a:spcPts val="400"/>
              </a:spcAft>
            </a:pPr>
            <a:r>
              <a:rPr lang="en-HK" dirty="0">
                <a:latin typeface="Yu Gothic" panose="020B0400000000000000" pitchFamily="34" charset="-128"/>
                <a:ea typeface="Yu Gothic" panose="020B0400000000000000" pitchFamily="34" charset="-128"/>
              </a:rPr>
              <a:t>The human-in-the-loop architecture keeps licensed professionals in control while AI handles data synthesis and evidence organization.</a:t>
            </a:r>
          </a:p>
          <a:p>
            <a:pPr indent="306000">
              <a:spcBef>
                <a:spcPts val="300"/>
              </a:spcBef>
              <a:spcAft>
                <a:spcPts val="400"/>
              </a:spcAft>
            </a:pPr>
            <a:r>
              <a:rPr lang="en-HK" dirty="0">
                <a:latin typeface="Yu Gothic" panose="020B0400000000000000" pitchFamily="34" charset="-128"/>
                <a:ea typeface="Yu Gothic" panose="020B0400000000000000" pitchFamily="34" charset="-128"/>
              </a:rPr>
              <a:t>The modular design supports a phased approach: starting with a controlled sandbox pilot and progressing to secure integration with bank systems.</a:t>
            </a:r>
          </a:p>
        </p:txBody>
      </p:sp>
      <p:graphicFrame>
        <p:nvGraphicFramePr>
          <p:cNvPr id="3" name="Table 2">
            <a:extLst>
              <a:ext uri="{FF2B5EF4-FFF2-40B4-BE49-F238E27FC236}">
                <a16:creationId xmlns:a16="http://schemas.microsoft.com/office/drawing/2014/main" id="{77ED9B94-A70B-6596-54DA-DE3957633E35}"/>
              </a:ext>
            </a:extLst>
          </p:cNvPr>
          <p:cNvGraphicFramePr>
            <a:graphicFrameLocks noGrp="1"/>
          </p:cNvGraphicFramePr>
          <p:nvPr>
            <p:extLst>
              <p:ext uri="{D42A27DB-BD31-4B8C-83A1-F6EECF244321}">
                <p14:modId xmlns:p14="http://schemas.microsoft.com/office/powerpoint/2010/main" val="3812408034"/>
              </p:ext>
            </p:extLst>
          </p:nvPr>
        </p:nvGraphicFramePr>
        <p:xfrm>
          <a:off x="2022168" y="274393"/>
          <a:ext cx="8128000" cy="1828800"/>
        </p:xfrm>
        <a:graphic>
          <a:graphicData uri="http://schemas.openxmlformats.org/drawingml/2006/table">
            <a:tbl>
              <a:tblPr firstRow="1" bandRow="1">
                <a:tableStyleId>{5940675A-B579-460E-94D1-54222C63F5DA}</a:tableStyleId>
              </a:tblPr>
              <a:tblGrid>
                <a:gridCol w="4064000">
                  <a:extLst>
                    <a:ext uri="{9D8B030D-6E8A-4147-A177-3AD203B41FA5}">
                      <a16:colId xmlns:a16="http://schemas.microsoft.com/office/drawing/2014/main" val="4042795571"/>
                    </a:ext>
                  </a:extLst>
                </a:gridCol>
                <a:gridCol w="4064000">
                  <a:extLst>
                    <a:ext uri="{9D8B030D-6E8A-4147-A177-3AD203B41FA5}">
                      <a16:colId xmlns:a16="http://schemas.microsoft.com/office/drawing/2014/main" val="362788069"/>
                    </a:ext>
                  </a:extLst>
                </a:gridCol>
              </a:tblGrid>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HK" sz="1200" b="1" i="0" u="none" strike="noStrike" cap="none" spc="0" baseline="0" dirty="0">
                          <a:solidFill>
                            <a:schemeClr val="tx1"/>
                          </a:solidFill>
                          <a:uFillTx/>
                          <a:latin typeface="+mn-lt"/>
                          <a:ea typeface="+mn-ea"/>
                          <a:cs typeface="+mn-cs"/>
                          <a:sym typeface="Calibri"/>
                        </a:rPr>
                        <a:t>Integration with bank environments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HK" sz="1200" b="1" i="0" u="none" strike="noStrike" cap="none" spc="0" baseline="0" dirty="0">
                        <a:solidFill>
                          <a:schemeClr val="tx1"/>
                        </a:solidFill>
                        <a:uFillTx/>
                        <a:latin typeface="+mn-lt"/>
                        <a:ea typeface="+mn-ea"/>
                        <a:cs typeface="+mn-cs"/>
                        <a:sym typeface="Calibri"/>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HK" sz="1200" b="0" i="0" u="none" strike="noStrike" cap="none" spc="0" baseline="0" dirty="0">
                          <a:solidFill>
                            <a:schemeClr val="tx1"/>
                          </a:solidFill>
                          <a:uFillTx/>
                          <a:latin typeface="+mn-lt"/>
                          <a:ea typeface="+mn-ea"/>
                          <a:cs typeface="+mn-cs"/>
                          <a:sym typeface="Calibri"/>
                        </a:rPr>
                        <a:t>Pilot begins in a sandbox with public data. Subsequent phases can connect through secure APIs to approved internal knowledge bases and customer profile systems.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HK" sz="1200" b="0" i="0" u="none" strike="noStrike" cap="none" spc="0" baseline="0" dirty="0">
                        <a:solidFill>
                          <a:schemeClr val="tx1"/>
                        </a:solidFill>
                        <a:uFillTx/>
                        <a:latin typeface="+mn-lt"/>
                        <a:ea typeface="+mn-ea"/>
                        <a:cs typeface="+mn-cs"/>
                        <a:sym typeface="Calibri"/>
                      </a:endParaRPr>
                    </a:p>
                  </a:txBody>
                  <a:tcPr/>
                </a:tc>
                <a:extLst>
                  <a:ext uri="{0D108BD9-81ED-4DB2-BD59-A6C34878D82A}">
                    <a16:rowId xmlns:a16="http://schemas.microsoft.com/office/drawing/2014/main" val="3877369065"/>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HK" sz="1200" b="1" i="0" u="none" strike="noStrike" cap="none" spc="0" baseline="0" dirty="0">
                          <a:solidFill>
                            <a:schemeClr val="tx1"/>
                          </a:solidFill>
                          <a:uFillTx/>
                          <a:latin typeface="+mn-lt"/>
                          <a:ea typeface="+mn-ea"/>
                          <a:cs typeface="+mn-cs"/>
                          <a:sym typeface="Calibri"/>
                        </a:rPr>
                        <a:t>Building trust with RMs and compliance teams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HK" sz="1200" b="0" i="0" u="none" strike="noStrike" cap="none" spc="0" baseline="0" dirty="0">
                          <a:solidFill>
                            <a:schemeClr val="tx1"/>
                          </a:solidFill>
                          <a:uFillTx/>
                          <a:latin typeface="+mn-lt"/>
                          <a:ea typeface="+mn-ea"/>
                          <a:cs typeface="+mn-cs"/>
                          <a:sym typeface="Calibri"/>
                        </a:rPr>
                        <a:t>Every output includes source references, confidence indicators, and reasoning summaries. The workflow is intentionally transparent and reviewable by human professionals.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u="none" strike="noStrike" cap="none" spc="0" baseline="0" dirty="0">
                        <a:solidFill>
                          <a:schemeClr val="tx1"/>
                        </a:solidFill>
                        <a:uFillTx/>
                        <a:latin typeface="+mn-lt"/>
                        <a:ea typeface="+mn-ea"/>
                        <a:cs typeface="+mn-cs"/>
                        <a:sym typeface="Calibri"/>
                      </a:endParaRPr>
                    </a:p>
                  </a:txBody>
                  <a:tcPr/>
                </a:tc>
                <a:extLst>
                  <a:ext uri="{0D108BD9-81ED-4DB2-BD59-A6C34878D82A}">
                    <a16:rowId xmlns:a16="http://schemas.microsoft.com/office/drawing/2014/main" val="208172575"/>
                  </a:ext>
                </a:extLst>
              </a:tr>
            </a:tbl>
          </a:graphicData>
        </a:graphic>
      </p:graphicFrame>
    </p:spTree>
    <p:extLst>
      <p:ext uri="{BB962C8B-B14F-4D97-AF65-F5344CB8AC3E}">
        <p14:creationId xmlns:p14="http://schemas.microsoft.com/office/powerpoint/2010/main" val="290660658"/>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F57194-5CDC-4949-2B89-7FCD26D66D2E}"/>
            </a:ext>
          </a:extLst>
        </p:cNvPr>
        <p:cNvGrpSpPr/>
        <p:nvPr/>
      </p:nvGrpSpPr>
      <p:grpSpPr>
        <a:xfrm>
          <a:off x="0" y="0"/>
          <a:ext cx="0" cy="0"/>
          <a:chOff x="0" y="0"/>
          <a:chExt cx="0" cy="0"/>
        </a:xfrm>
      </p:grpSpPr>
      <p:pic>
        <p:nvPicPr>
          <p:cNvPr id="10" name="Picture 9">
            <a:extLst>
              <a:ext uri="{FF2B5EF4-FFF2-40B4-BE49-F238E27FC236}">
                <a16:creationId xmlns:a16="http://schemas.microsoft.com/office/drawing/2014/main" id="{2C99DDC5-D0D1-3249-2533-85B692AE7E3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832" y="0"/>
            <a:ext cx="12192000" cy="6857999"/>
          </a:xfrm>
          <a:prstGeom prst="rect">
            <a:avLst/>
          </a:prstGeom>
        </p:spPr>
      </p:pic>
      <p:sp>
        <p:nvSpPr>
          <p:cNvPr id="2" name="Rectangle 1">
            <a:extLst>
              <a:ext uri="{FF2B5EF4-FFF2-40B4-BE49-F238E27FC236}">
                <a16:creationId xmlns:a16="http://schemas.microsoft.com/office/drawing/2014/main" id="{602E8EDA-98BC-DEFC-A0FF-D07E3F3C1014}"/>
              </a:ext>
            </a:extLst>
          </p:cNvPr>
          <p:cNvSpPr>
            <a:spLocks/>
          </p:cNvSpPr>
          <p:nvPr/>
        </p:nvSpPr>
        <p:spPr>
          <a:xfrm>
            <a:off x="1673768" y="0"/>
            <a:ext cx="10508400" cy="6858000"/>
          </a:xfrm>
          <a:prstGeom prst="rect">
            <a:avLst/>
          </a:prstGeom>
          <a:solidFill>
            <a:srgbClr val="FFFFFF"/>
          </a:solidFill>
          <a:ln w="12700" cap="flat">
            <a:solidFill>
              <a:schemeClr val="bg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indent="306000">
              <a:spcBef>
                <a:spcPts val="300"/>
              </a:spcBef>
              <a:spcAft>
                <a:spcPts val="400"/>
              </a:spcAft>
            </a:pPr>
            <a:r>
              <a:rPr lang="en-HK" dirty="0" err="1">
                <a:latin typeface="Yu Gothic" panose="020B0400000000000000" pitchFamily="34" charset="-128"/>
                <a:ea typeface="Yu Gothic" panose="020B0400000000000000" pitchFamily="34" charset="-128"/>
              </a:rPr>
              <a:t>AlphaPilot</a:t>
            </a:r>
            <a:r>
              <a:rPr lang="en-HK" dirty="0">
                <a:latin typeface="Yu Gothic" panose="020B0400000000000000" pitchFamily="34" charset="-128"/>
                <a:ea typeface="Yu Gothic" panose="020B0400000000000000" pitchFamily="34" charset="-128"/>
              </a:rPr>
              <a:t> does not aim to replace relationship managers or licensed advisors. It aims to give them a reliable, transparent co-pilot that makes complex market information more accessible and reviewable.</a:t>
            </a:r>
            <a:endParaRPr lang="en-HK" dirty="0"/>
          </a:p>
          <a:p>
            <a:r>
              <a:rPr lang="en-HK" sz="2500" b="1" dirty="0">
                <a:latin typeface="Yu Gothic" panose="020B0400000000000000" pitchFamily="34" charset="-128"/>
                <a:ea typeface="Yu Gothic" panose="020B0400000000000000" pitchFamily="34" charset="-128"/>
              </a:rPr>
              <a:t>Team</a:t>
            </a:r>
          </a:p>
          <a:p>
            <a:pPr indent="306000">
              <a:spcBef>
                <a:spcPts val="300"/>
              </a:spcBef>
              <a:spcAft>
                <a:spcPts val="400"/>
              </a:spcAft>
            </a:pPr>
            <a:r>
              <a:rPr lang="en-HK" dirty="0">
                <a:latin typeface="Yu Gothic" panose="020B0400000000000000" pitchFamily="34" charset="-128"/>
                <a:ea typeface="Yu Gothic" panose="020B0400000000000000" pitchFamily="34" charset="-128"/>
              </a:rPr>
              <a:t>The team combines strengths in data science, AI engineering, and software development. We have built and internally validated a working multi-agent prototype with evidence-grounded guardrails. The architecture uses commonly used engineering components (LangGraph, FastAPI, React with SSE) and is structured for controlled deployment and future enterprise integration.</a:t>
            </a:r>
          </a:p>
          <a:p>
            <a:pPr lvl="4" indent="0">
              <a:spcBef>
                <a:spcPts val="300"/>
              </a:spcBef>
              <a:spcAft>
                <a:spcPts val="400"/>
              </a:spcAft>
            </a:pPr>
            <a:endParaRPr lang="en-HK" dirty="0">
              <a:latin typeface="Yu Gothic" panose="020B0400000000000000" pitchFamily="34" charset="-128"/>
              <a:ea typeface="Yu Gothic" panose="020B0400000000000000" pitchFamily="34" charset="-128"/>
            </a:endParaRPr>
          </a:p>
          <a:p>
            <a:pPr lvl="4" indent="0">
              <a:spcBef>
                <a:spcPts val="300"/>
              </a:spcBef>
              <a:spcAft>
                <a:spcPts val="400"/>
              </a:spcAft>
            </a:pPr>
            <a:endParaRPr lang="en-HK" dirty="0">
              <a:latin typeface="Yu Gothic" panose="020B0400000000000000" pitchFamily="34" charset="-128"/>
              <a:ea typeface="Yu Gothic" panose="020B0400000000000000" pitchFamily="34" charset="-128"/>
            </a:endParaRPr>
          </a:p>
          <a:p>
            <a:pPr lvl="4" indent="0">
              <a:spcBef>
                <a:spcPts val="300"/>
              </a:spcBef>
              <a:spcAft>
                <a:spcPts val="400"/>
              </a:spcAft>
            </a:pPr>
            <a:endParaRPr lang="en-HK" dirty="0">
              <a:latin typeface="Yu Gothic" panose="020B0400000000000000" pitchFamily="34" charset="-128"/>
              <a:ea typeface="Yu Gothic" panose="020B0400000000000000" pitchFamily="34" charset="-128"/>
            </a:endParaRPr>
          </a:p>
          <a:p>
            <a:pPr lvl="4" indent="0">
              <a:spcBef>
                <a:spcPts val="300"/>
              </a:spcBef>
              <a:spcAft>
                <a:spcPts val="400"/>
              </a:spcAft>
            </a:pPr>
            <a:endParaRPr lang="en-HK" dirty="0">
              <a:latin typeface="Yu Gothic" panose="020B0400000000000000" pitchFamily="34" charset="-128"/>
              <a:ea typeface="Yu Gothic" panose="020B0400000000000000" pitchFamily="34" charset="-128"/>
            </a:endParaRPr>
          </a:p>
          <a:p>
            <a:pPr lvl="4" indent="0">
              <a:spcBef>
                <a:spcPts val="300"/>
              </a:spcBef>
              <a:spcAft>
                <a:spcPts val="400"/>
              </a:spcAft>
            </a:pPr>
            <a:endParaRPr lang="en-HK" dirty="0">
              <a:latin typeface="Yu Gothic" panose="020B0400000000000000" pitchFamily="34" charset="-128"/>
              <a:ea typeface="Yu Gothic" panose="020B0400000000000000" pitchFamily="34" charset="-128"/>
            </a:endParaRPr>
          </a:p>
          <a:p>
            <a:pPr lvl="4" indent="0">
              <a:spcBef>
                <a:spcPts val="300"/>
              </a:spcBef>
              <a:spcAft>
                <a:spcPts val="400"/>
              </a:spcAft>
            </a:pPr>
            <a:endParaRPr lang="en-HK" dirty="0">
              <a:latin typeface="Yu Gothic" panose="020B0400000000000000" pitchFamily="34" charset="-128"/>
              <a:ea typeface="Yu Gothic" panose="020B0400000000000000" pitchFamily="34" charset="-128"/>
            </a:endParaRPr>
          </a:p>
          <a:p>
            <a:pPr lvl="4" indent="0">
              <a:spcBef>
                <a:spcPts val="300"/>
              </a:spcBef>
              <a:spcAft>
                <a:spcPts val="400"/>
              </a:spcAft>
            </a:pPr>
            <a:endParaRPr lang="en-HK" dirty="0">
              <a:latin typeface="Yu Gothic" panose="020B0400000000000000" pitchFamily="34" charset="-128"/>
              <a:ea typeface="Yu Gothic" panose="020B0400000000000000" pitchFamily="34" charset="-128"/>
            </a:endParaRPr>
          </a:p>
          <a:p>
            <a:pPr lvl="4" indent="0">
              <a:spcBef>
                <a:spcPts val="300"/>
              </a:spcBef>
              <a:spcAft>
                <a:spcPts val="400"/>
              </a:spcAft>
            </a:pPr>
            <a:endParaRPr lang="en-HK" dirty="0">
              <a:latin typeface="Yu Gothic" panose="020B0400000000000000" pitchFamily="34" charset="-128"/>
              <a:ea typeface="Yu Gothic" panose="020B0400000000000000" pitchFamily="34" charset="-128"/>
            </a:endParaRPr>
          </a:p>
          <a:p>
            <a:pPr lvl="4" indent="0">
              <a:spcBef>
                <a:spcPts val="300"/>
              </a:spcBef>
              <a:spcAft>
                <a:spcPts val="400"/>
              </a:spcAft>
            </a:pPr>
            <a:endParaRPr lang="en-HK" dirty="0">
              <a:latin typeface="Yu Gothic" panose="020B0400000000000000" pitchFamily="34" charset="-128"/>
              <a:ea typeface="Yu Gothic" panose="020B0400000000000000" pitchFamily="34" charset="-128"/>
            </a:endParaRPr>
          </a:p>
          <a:p>
            <a:pPr lvl="4" indent="0">
              <a:spcBef>
                <a:spcPts val="300"/>
              </a:spcBef>
              <a:spcAft>
                <a:spcPts val="400"/>
              </a:spcAft>
            </a:pPr>
            <a:endParaRPr lang="en-HK" dirty="0">
              <a:latin typeface="Yu Gothic" panose="020B0400000000000000" pitchFamily="34" charset="-128"/>
              <a:ea typeface="Yu Gothic" panose="020B0400000000000000" pitchFamily="34" charset="-128"/>
            </a:endParaRPr>
          </a:p>
          <a:p>
            <a:pPr lvl="4" indent="0">
              <a:spcBef>
                <a:spcPts val="300"/>
              </a:spcBef>
              <a:spcAft>
                <a:spcPts val="400"/>
              </a:spcAft>
            </a:pPr>
            <a:endParaRPr lang="en-HK" dirty="0">
              <a:latin typeface="Yu Gothic" panose="020B0400000000000000" pitchFamily="34" charset="-128"/>
              <a:ea typeface="Yu Gothic" panose="020B0400000000000000" pitchFamily="34" charset="-128"/>
            </a:endParaRPr>
          </a:p>
        </p:txBody>
      </p:sp>
    </p:spTree>
    <p:extLst>
      <p:ext uri="{BB962C8B-B14F-4D97-AF65-F5344CB8AC3E}">
        <p14:creationId xmlns:p14="http://schemas.microsoft.com/office/powerpoint/2010/main" val="3386584651"/>
      </p:ext>
    </p:extLst>
  </p:cSld>
  <p:clrMapOvr>
    <a:masterClrMapping/>
  </p:clrMapOvr>
  <p:transition spd="med"/>
</p:sld>
</file>

<file path=ppt/theme/theme1.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Calibri"/>
        <a:ea typeface="Calibri"/>
        <a:cs typeface="Calibri"/>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Calibri"/>
        <a:ea typeface="Calibri"/>
        <a:cs typeface="Calibri"/>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emplate/>
  <TotalTime>1509</TotalTime>
  <Words>1897</Words>
  <Application>Microsoft Macintosh PowerPoint</Application>
  <PresentationFormat>Widescreen</PresentationFormat>
  <Paragraphs>190</Paragraphs>
  <Slides>11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Yu Gothic</vt:lpstr>
      <vt:lpstr>Yu Gothic UI</vt:lpstr>
      <vt:lpstr>Arial</vt:lpstr>
      <vt:lpstr>Calibri</vt:lpstr>
      <vt:lpstr>Calibri Light</vt:lpstr>
      <vt:lpstr>Office Theme</vt:lpstr>
      <vt:lpstr>中銀香港創新先驅大賽2026計劃書 BOCHK Challenge 2026 Proposal</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中銀香港創新先驅大賽2020-21計劃書 BOCHK Challenge 2020-21 Proposal</dc:title>
  <dc:creator>CHOW SAI YAT MORRIS (周世逸)</dc:creator>
  <cp:lastModifiedBy>HE Jinhang</cp:lastModifiedBy>
  <cp:revision>87</cp:revision>
  <dcterms:modified xsi:type="dcterms:W3CDTF">2026-06-13T17:20:13Z</dcterms:modified>
</cp:coreProperties>
</file>